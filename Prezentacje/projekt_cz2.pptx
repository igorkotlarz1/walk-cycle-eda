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7"/>
  </p:notesMasterIdLst>
  <p:sldIdLst>
    <p:sldId id="257" r:id="rId5"/>
    <p:sldId id="258" r:id="rId6"/>
    <p:sldId id="259" r:id="rId7"/>
    <p:sldId id="260" r:id="rId8"/>
    <p:sldId id="285" r:id="rId9"/>
    <p:sldId id="286" r:id="rId10"/>
    <p:sldId id="261" r:id="rId11"/>
    <p:sldId id="262" r:id="rId12"/>
    <p:sldId id="263" r:id="rId13"/>
    <p:sldId id="264" r:id="rId14"/>
    <p:sldId id="265" r:id="rId15"/>
    <p:sldId id="266" r:id="rId16"/>
    <p:sldId id="267" r:id="rId17"/>
    <p:sldId id="290" r:id="rId18"/>
    <p:sldId id="291" r:id="rId19"/>
    <p:sldId id="292" r:id="rId20"/>
    <p:sldId id="293" r:id="rId21"/>
    <p:sldId id="296" r:id="rId22"/>
    <p:sldId id="268" r:id="rId23"/>
    <p:sldId id="269" r:id="rId24"/>
    <p:sldId id="270" r:id="rId25"/>
    <p:sldId id="272" r:id="rId26"/>
    <p:sldId id="273" r:id="rId27"/>
    <p:sldId id="274" r:id="rId28"/>
    <p:sldId id="275" r:id="rId29"/>
    <p:sldId id="276" r:id="rId30"/>
    <p:sldId id="277" r:id="rId31"/>
    <p:sldId id="278" r:id="rId32"/>
    <p:sldId id="282" r:id="rId33"/>
    <p:sldId id="279" r:id="rId34"/>
    <p:sldId id="280" r:id="rId35"/>
    <p:sldId id="283" r:id="rId36"/>
    <p:sldId id="281" r:id="rId37"/>
    <p:sldId id="287" r:id="rId38"/>
    <p:sldId id="288" r:id="rId39"/>
    <p:sldId id="297" r:id="rId40"/>
    <p:sldId id="298" r:id="rId41"/>
    <p:sldId id="299" r:id="rId42"/>
    <p:sldId id="301" r:id="rId43"/>
    <p:sldId id="302" r:id="rId44"/>
    <p:sldId id="303" r:id="rId45"/>
    <p:sldId id="304" r:id="rId46"/>
    <p:sldId id="305" r:id="rId47"/>
    <p:sldId id="306" r:id="rId48"/>
    <p:sldId id="307" r:id="rId49"/>
    <p:sldId id="308" r:id="rId50"/>
    <p:sldId id="309" r:id="rId51"/>
    <p:sldId id="311" r:id="rId52"/>
    <p:sldId id="312" r:id="rId53"/>
    <p:sldId id="313" r:id="rId54"/>
    <p:sldId id="314" r:id="rId55"/>
    <p:sldId id="289" r:id="rId56"/>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113D4C-9AEB-05DD-C82C-6A6F4435A5F4}" v="16" dt="2025-05-26T20:53:06.081"/>
    <p1510:client id="{21619A04-3F4A-A4D1-D2DD-A361110C2A90}" v="233" dt="2025-05-26T21:06:02.268"/>
    <p1510:client id="{48AC1801-D0F9-42DA-94D2-0358C9FAB7AE}" v="1249" dt="2025-05-26T21:32:02.733"/>
    <p1510:client id="{E78D53C9-8A41-9DA4-5FE2-5F75A0F5DC09}" v="18" dt="2025-05-26T20:53:49.4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90"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evheniia Muravska (ym312379)" userId="S::ym312379@student.polsl.pl::dd3a7da9-3586-49ee-954f-b7c74fe87e65" providerId="AD" clId="Web-{1E113D4C-9AEB-05DD-C82C-6A6F4435A5F4}"/>
    <pc:docChg chg="modSld">
      <pc:chgData name="Yevheniia Muravska (ym312379)" userId="S::ym312379@student.polsl.pl::dd3a7da9-3586-49ee-954f-b7c74fe87e65" providerId="AD" clId="Web-{1E113D4C-9AEB-05DD-C82C-6A6F4435A5F4}" dt="2025-05-26T20:53:06.081" v="14" actId="1076"/>
      <pc:docMkLst>
        <pc:docMk/>
      </pc:docMkLst>
      <pc:sldChg chg="modSp">
        <pc:chgData name="Yevheniia Muravska (ym312379)" userId="S::ym312379@student.polsl.pl::dd3a7da9-3586-49ee-954f-b7c74fe87e65" providerId="AD" clId="Web-{1E113D4C-9AEB-05DD-C82C-6A6F4435A5F4}" dt="2025-05-26T20:44:10.424" v="3" actId="20577"/>
        <pc:sldMkLst>
          <pc:docMk/>
          <pc:sldMk cId="536487244" sldId="292"/>
        </pc:sldMkLst>
        <pc:spChg chg="mod">
          <ac:chgData name="Yevheniia Muravska (ym312379)" userId="S::ym312379@student.polsl.pl::dd3a7da9-3586-49ee-954f-b7c74fe87e65" providerId="AD" clId="Web-{1E113D4C-9AEB-05DD-C82C-6A6F4435A5F4}" dt="2025-05-26T20:44:10.424" v="3" actId="20577"/>
          <ac:spMkLst>
            <pc:docMk/>
            <pc:sldMk cId="536487244" sldId="292"/>
            <ac:spMk id="2" creationId="{B78FE7B2-613B-8449-0A33-679DE608461C}"/>
          </ac:spMkLst>
        </pc:spChg>
      </pc:sldChg>
      <pc:sldChg chg="addSp modSp">
        <pc:chgData name="Yevheniia Muravska (ym312379)" userId="S::ym312379@student.polsl.pl::dd3a7da9-3586-49ee-954f-b7c74fe87e65" providerId="AD" clId="Web-{1E113D4C-9AEB-05DD-C82C-6A6F4435A5F4}" dt="2025-05-26T20:53:06.081" v="14" actId="1076"/>
        <pc:sldMkLst>
          <pc:docMk/>
          <pc:sldMk cId="1053574957" sldId="294"/>
        </pc:sldMkLst>
        <pc:spChg chg="mod">
          <ac:chgData name="Yevheniia Muravska (ym312379)" userId="S::ym312379@student.polsl.pl::dd3a7da9-3586-49ee-954f-b7c74fe87e65" providerId="AD" clId="Web-{1E113D4C-9AEB-05DD-C82C-6A6F4435A5F4}" dt="2025-05-26T20:52:50.377" v="13" actId="20577"/>
          <ac:spMkLst>
            <pc:docMk/>
            <pc:sldMk cId="1053574957" sldId="294"/>
            <ac:spMk id="5" creationId="{F367D877-51FA-4199-5D17-AF5075E7018D}"/>
          </ac:spMkLst>
        </pc:spChg>
        <pc:picChg chg="add mod">
          <ac:chgData name="Yevheniia Muravska (ym312379)" userId="S::ym312379@student.polsl.pl::dd3a7da9-3586-49ee-954f-b7c74fe87e65" providerId="AD" clId="Web-{1E113D4C-9AEB-05DD-C82C-6A6F4435A5F4}" dt="2025-05-26T20:53:06.081" v="14" actId="1076"/>
          <ac:picMkLst>
            <pc:docMk/>
            <pc:sldMk cId="1053574957" sldId="294"/>
            <ac:picMk id="4" creationId="{344CAFEC-26E5-A822-EF7B-E6E246BE9EFE}"/>
          </ac:picMkLst>
        </pc:picChg>
      </pc:sldChg>
    </pc:docChg>
  </pc:docChgLst>
  <pc:docChgLst>
    <pc:chgData name="Igor Kotlarz (ik311936)" userId="fd38fa4d-7796-47ed-aa9f-751da2e17049" providerId="ADAL" clId="{48AC1801-D0F9-42DA-94D2-0358C9FAB7AE}"/>
    <pc:docChg chg="undo redo custSel addSld delSld modSld sldOrd">
      <pc:chgData name="Igor Kotlarz (ik311936)" userId="fd38fa4d-7796-47ed-aa9f-751da2e17049" providerId="ADAL" clId="{48AC1801-D0F9-42DA-94D2-0358C9FAB7AE}" dt="2025-05-26T21:36:48.105" v="4070" actId="5793"/>
      <pc:docMkLst>
        <pc:docMk/>
      </pc:docMkLst>
      <pc:sldChg chg="addSp delSp modSp mod">
        <pc:chgData name="Igor Kotlarz (ik311936)" userId="fd38fa4d-7796-47ed-aa9f-751da2e17049" providerId="ADAL" clId="{48AC1801-D0F9-42DA-94D2-0358C9FAB7AE}" dt="2025-05-26T17:15:43.768" v="23" actId="1076"/>
        <pc:sldMkLst>
          <pc:docMk/>
          <pc:sldMk cId="3186011270" sldId="259"/>
        </pc:sldMkLst>
        <pc:spChg chg="del">
          <ac:chgData name="Igor Kotlarz (ik311936)" userId="fd38fa4d-7796-47ed-aa9f-751da2e17049" providerId="ADAL" clId="{48AC1801-D0F9-42DA-94D2-0358C9FAB7AE}" dt="2025-05-26T17:13:49.233" v="0" actId="22"/>
          <ac:spMkLst>
            <pc:docMk/>
            <pc:sldMk cId="3186011270" sldId="259"/>
            <ac:spMk id="3" creationId="{D5438E9D-2546-D372-EC11-D96626B77905}"/>
          </ac:spMkLst>
        </pc:spChg>
        <pc:picChg chg="add mod ord">
          <ac:chgData name="Igor Kotlarz (ik311936)" userId="fd38fa4d-7796-47ed-aa9f-751da2e17049" providerId="ADAL" clId="{48AC1801-D0F9-42DA-94D2-0358C9FAB7AE}" dt="2025-05-26T17:15:32.976" v="19" actId="1076"/>
          <ac:picMkLst>
            <pc:docMk/>
            <pc:sldMk cId="3186011270" sldId="259"/>
            <ac:picMk id="5" creationId="{4659E2A6-BB48-3C23-130F-815847CEBAD1}"/>
          </ac:picMkLst>
        </pc:picChg>
        <pc:picChg chg="add mod">
          <ac:chgData name="Igor Kotlarz (ik311936)" userId="fd38fa4d-7796-47ed-aa9f-751da2e17049" providerId="ADAL" clId="{48AC1801-D0F9-42DA-94D2-0358C9FAB7AE}" dt="2025-05-26T17:15:43.768" v="23" actId="1076"/>
          <ac:picMkLst>
            <pc:docMk/>
            <pc:sldMk cId="3186011270" sldId="259"/>
            <ac:picMk id="7" creationId="{5A7B13C5-8E53-704A-BA20-DDC8D3203D76}"/>
          </ac:picMkLst>
        </pc:picChg>
        <pc:picChg chg="add del mod">
          <ac:chgData name="Igor Kotlarz (ik311936)" userId="fd38fa4d-7796-47ed-aa9f-751da2e17049" providerId="ADAL" clId="{48AC1801-D0F9-42DA-94D2-0358C9FAB7AE}" dt="2025-05-26T17:14:57.394" v="11" actId="478"/>
          <ac:picMkLst>
            <pc:docMk/>
            <pc:sldMk cId="3186011270" sldId="259"/>
            <ac:picMk id="9" creationId="{EF31522E-C346-3A15-D440-621B8F9AE253}"/>
          </ac:picMkLst>
        </pc:picChg>
        <pc:picChg chg="add mod">
          <ac:chgData name="Igor Kotlarz (ik311936)" userId="fd38fa4d-7796-47ed-aa9f-751da2e17049" providerId="ADAL" clId="{48AC1801-D0F9-42DA-94D2-0358C9FAB7AE}" dt="2025-05-26T17:15:42.233" v="22" actId="1076"/>
          <ac:picMkLst>
            <pc:docMk/>
            <pc:sldMk cId="3186011270" sldId="259"/>
            <ac:picMk id="11" creationId="{A7EA8668-E8B4-28BB-683F-5F54B2DADAE9}"/>
          </ac:picMkLst>
        </pc:picChg>
      </pc:sldChg>
      <pc:sldChg chg="addSp modSp new mod setBg">
        <pc:chgData name="Igor Kotlarz (ik311936)" userId="fd38fa4d-7796-47ed-aa9f-751da2e17049" providerId="ADAL" clId="{48AC1801-D0F9-42DA-94D2-0358C9FAB7AE}" dt="2025-05-26T20:19:14.144" v="3019" actId="12"/>
        <pc:sldMkLst>
          <pc:docMk/>
          <pc:sldMk cId="741743088" sldId="260"/>
        </pc:sldMkLst>
        <pc:spChg chg="mod">
          <ac:chgData name="Igor Kotlarz (ik311936)" userId="fd38fa4d-7796-47ed-aa9f-751da2e17049" providerId="ADAL" clId="{48AC1801-D0F9-42DA-94D2-0358C9FAB7AE}" dt="2025-05-26T20:18:47.898" v="3016" actId="26606"/>
          <ac:spMkLst>
            <pc:docMk/>
            <pc:sldMk cId="741743088" sldId="260"/>
            <ac:spMk id="2" creationId="{122E5FB0-AB1E-83E6-6C88-9150F604CE3E}"/>
          </ac:spMkLst>
        </pc:spChg>
        <pc:spChg chg="mod">
          <ac:chgData name="Igor Kotlarz (ik311936)" userId="fd38fa4d-7796-47ed-aa9f-751da2e17049" providerId="ADAL" clId="{48AC1801-D0F9-42DA-94D2-0358C9FAB7AE}" dt="2025-05-26T20:19:14.144" v="3019" actId="12"/>
          <ac:spMkLst>
            <pc:docMk/>
            <pc:sldMk cId="741743088" sldId="260"/>
            <ac:spMk id="3" creationId="{2E16086D-2654-2E6D-E09C-A1E9D64490D5}"/>
          </ac:spMkLst>
        </pc:spChg>
        <pc:spChg chg="add">
          <ac:chgData name="Igor Kotlarz (ik311936)" userId="fd38fa4d-7796-47ed-aa9f-751da2e17049" providerId="ADAL" clId="{48AC1801-D0F9-42DA-94D2-0358C9FAB7AE}" dt="2025-05-26T20:18:47.898" v="3016" actId="26606"/>
          <ac:spMkLst>
            <pc:docMk/>
            <pc:sldMk cId="741743088" sldId="260"/>
            <ac:spMk id="8" creationId="{87BF42CA-AD55-48B4-8949-C4DCA60A6AEE}"/>
          </ac:spMkLst>
        </pc:spChg>
        <pc:spChg chg="add">
          <ac:chgData name="Igor Kotlarz (ik311936)" userId="fd38fa4d-7796-47ed-aa9f-751da2e17049" providerId="ADAL" clId="{48AC1801-D0F9-42DA-94D2-0358C9FAB7AE}" dt="2025-05-26T20:18:47.898" v="3016" actId="26606"/>
          <ac:spMkLst>
            <pc:docMk/>
            <pc:sldMk cId="741743088" sldId="260"/>
            <ac:spMk id="10" creationId="{66AE1D3D-3106-4CB2-AA7C-0C1642AC0F2E}"/>
          </ac:spMkLst>
        </pc:spChg>
        <pc:grpChg chg="add">
          <ac:chgData name="Igor Kotlarz (ik311936)" userId="fd38fa4d-7796-47ed-aa9f-751da2e17049" providerId="ADAL" clId="{48AC1801-D0F9-42DA-94D2-0358C9FAB7AE}" dt="2025-05-26T20:18:47.898" v="3016" actId="26606"/>
          <ac:grpSpMkLst>
            <pc:docMk/>
            <pc:sldMk cId="741743088" sldId="260"/>
            <ac:grpSpMk id="12" creationId="{0A31B6AF-B711-4CDB-8C2B-16E963DDC4C5}"/>
          </ac:grpSpMkLst>
        </pc:grpChg>
      </pc:sldChg>
      <pc:sldChg chg="addSp delSp modSp new mod setBg">
        <pc:chgData name="Igor Kotlarz (ik311936)" userId="fd38fa4d-7796-47ed-aa9f-751da2e17049" providerId="ADAL" clId="{48AC1801-D0F9-42DA-94D2-0358C9FAB7AE}" dt="2025-05-26T17:41:26.329" v="338" actId="962"/>
        <pc:sldMkLst>
          <pc:docMk/>
          <pc:sldMk cId="1661307729" sldId="261"/>
        </pc:sldMkLst>
        <pc:spChg chg="del mod">
          <ac:chgData name="Igor Kotlarz (ik311936)" userId="fd38fa4d-7796-47ed-aa9f-751da2e17049" providerId="ADAL" clId="{48AC1801-D0F9-42DA-94D2-0358C9FAB7AE}" dt="2025-05-26T17:41:24.357" v="336" actId="26606"/>
          <ac:spMkLst>
            <pc:docMk/>
            <pc:sldMk cId="1661307729" sldId="261"/>
            <ac:spMk id="2" creationId="{F1F8541A-FBC1-F2D4-9E59-59153B07A96D}"/>
          </ac:spMkLst>
        </pc:spChg>
        <pc:spChg chg="add del mod">
          <ac:chgData name="Igor Kotlarz (ik311936)" userId="fd38fa4d-7796-47ed-aa9f-751da2e17049" providerId="ADAL" clId="{48AC1801-D0F9-42DA-94D2-0358C9FAB7AE}" dt="2025-05-26T17:41:05.861" v="328"/>
          <ac:spMkLst>
            <pc:docMk/>
            <pc:sldMk cId="1661307729" sldId="261"/>
            <ac:spMk id="3" creationId="{496A6322-5DD1-9C2F-3FC4-F1B1A9600416}"/>
          </ac:spMkLst>
        </pc:spChg>
        <pc:spChg chg="add del">
          <ac:chgData name="Igor Kotlarz (ik311936)" userId="fd38fa4d-7796-47ed-aa9f-751da2e17049" providerId="ADAL" clId="{48AC1801-D0F9-42DA-94D2-0358C9FAB7AE}" dt="2025-05-26T17:33:01.728" v="313" actId="26606"/>
          <ac:spMkLst>
            <pc:docMk/>
            <pc:sldMk cId="1661307729" sldId="261"/>
            <ac:spMk id="12" creationId="{022BDE4A-8A20-4A69-9C5A-581C82036A4D}"/>
          </ac:spMkLst>
        </pc:spChg>
        <pc:spChg chg="add del mod">
          <ac:chgData name="Igor Kotlarz (ik311936)" userId="fd38fa4d-7796-47ed-aa9f-751da2e17049" providerId="ADAL" clId="{48AC1801-D0F9-42DA-94D2-0358C9FAB7AE}" dt="2025-05-26T17:41:21.389" v="333" actId="931"/>
          <ac:spMkLst>
            <pc:docMk/>
            <pc:sldMk cId="1661307729" sldId="261"/>
            <ac:spMk id="16" creationId="{EA5CA55B-5C26-0F32-76C4-37B8ED370C0B}"/>
          </ac:spMkLst>
        </pc:spChg>
        <pc:picChg chg="add mod">
          <ac:chgData name="Igor Kotlarz (ik311936)" userId="fd38fa4d-7796-47ed-aa9f-751da2e17049" providerId="ADAL" clId="{48AC1801-D0F9-42DA-94D2-0358C9FAB7AE}" dt="2025-05-26T17:33:06.632" v="317" actId="931"/>
          <ac:picMkLst>
            <pc:docMk/>
            <pc:sldMk cId="1661307729" sldId="261"/>
            <ac:picMk id="5" creationId="{8C80E381-2496-46B5-4B9F-FC1C57FAE6FE}"/>
          </ac:picMkLst>
        </pc:picChg>
        <pc:picChg chg="add mod">
          <ac:chgData name="Igor Kotlarz (ik311936)" userId="fd38fa4d-7796-47ed-aa9f-751da2e17049" providerId="ADAL" clId="{48AC1801-D0F9-42DA-94D2-0358C9FAB7AE}" dt="2025-05-26T17:33:06.632" v="317" actId="931"/>
          <ac:picMkLst>
            <pc:docMk/>
            <pc:sldMk cId="1661307729" sldId="261"/>
            <ac:picMk id="7" creationId="{71FD1108-4CA3-EAAF-4A30-865B254B1CD8}"/>
          </ac:picMkLst>
        </pc:picChg>
        <pc:picChg chg="add mod">
          <ac:chgData name="Igor Kotlarz (ik311936)" userId="fd38fa4d-7796-47ed-aa9f-751da2e17049" providerId="ADAL" clId="{48AC1801-D0F9-42DA-94D2-0358C9FAB7AE}" dt="2025-05-26T17:33:27.693" v="327" actId="931"/>
          <ac:picMkLst>
            <pc:docMk/>
            <pc:sldMk cId="1661307729" sldId="261"/>
            <ac:picMk id="9" creationId="{59972DE9-7999-DFEB-EA68-98513F0EF27D}"/>
          </ac:picMkLst>
        </pc:picChg>
        <pc:picChg chg="add mod">
          <ac:chgData name="Igor Kotlarz (ik311936)" userId="fd38fa4d-7796-47ed-aa9f-751da2e17049" providerId="ADAL" clId="{48AC1801-D0F9-42DA-94D2-0358C9FAB7AE}" dt="2025-05-26T17:33:27.088" v="326" actId="1076"/>
          <ac:picMkLst>
            <pc:docMk/>
            <pc:sldMk cId="1661307729" sldId="261"/>
            <ac:picMk id="11" creationId="{73D3A70F-90A2-4443-2B09-3708F6F88A9A}"/>
          </ac:picMkLst>
        </pc:picChg>
        <pc:picChg chg="add del mod">
          <ac:chgData name="Igor Kotlarz (ik311936)" userId="fd38fa4d-7796-47ed-aa9f-751da2e17049" providerId="ADAL" clId="{48AC1801-D0F9-42DA-94D2-0358C9FAB7AE}" dt="2025-05-26T17:41:12.381" v="332" actId="478"/>
          <ac:picMkLst>
            <pc:docMk/>
            <pc:sldMk cId="1661307729" sldId="261"/>
            <ac:picMk id="14" creationId="{35423171-298F-6650-9F0E-830D1A45F10D}"/>
          </ac:picMkLst>
        </pc:picChg>
        <pc:picChg chg="add mod">
          <ac:chgData name="Igor Kotlarz (ik311936)" userId="fd38fa4d-7796-47ed-aa9f-751da2e17049" providerId="ADAL" clId="{48AC1801-D0F9-42DA-94D2-0358C9FAB7AE}" dt="2025-05-26T17:41:26.329" v="338" actId="962"/>
          <ac:picMkLst>
            <pc:docMk/>
            <pc:sldMk cId="1661307729" sldId="261"/>
            <ac:picMk id="18" creationId="{D23C3049-9B0B-C8DF-33F2-F653928443BB}"/>
          </ac:picMkLst>
        </pc:picChg>
      </pc:sldChg>
      <pc:sldChg chg="addSp delSp modSp new mod setBg">
        <pc:chgData name="Igor Kotlarz (ik311936)" userId="fd38fa4d-7796-47ed-aa9f-751da2e17049" providerId="ADAL" clId="{48AC1801-D0F9-42DA-94D2-0358C9FAB7AE}" dt="2025-05-26T17:41:48.620" v="347" actId="26606"/>
        <pc:sldMkLst>
          <pc:docMk/>
          <pc:sldMk cId="4184960668" sldId="262"/>
        </pc:sldMkLst>
        <pc:spChg chg="del">
          <ac:chgData name="Igor Kotlarz (ik311936)" userId="fd38fa4d-7796-47ed-aa9f-751da2e17049" providerId="ADAL" clId="{48AC1801-D0F9-42DA-94D2-0358C9FAB7AE}" dt="2025-05-26T17:41:48.620" v="347" actId="26606"/>
          <ac:spMkLst>
            <pc:docMk/>
            <pc:sldMk cId="4184960668" sldId="262"/>
            <ac:spMk id="2" creationId="{CD8C9C4B-25AD-24E2-9235-D3CC33C87FF0}"/>
          </ac:spMkLst>
        </pc:spChg>
        <pc:spChg chg="del">
          <ac:chgData name="Igor Kotlarz (ik311936)" userId="fd38fa4d-7796-47ed-aa9f-751da2e17049" providerId="ADAL" clId="{48AC1801-D0F9-42DA-94D2-0358C9FAB7AE}" dt="2025-05-26T17:41:45.868" v="344" actId="931"/>
          <ac:spMkLst>
            <pc:docMk/>
            <pc:sldMk cId="4184960668" sldId="262"/>
            <ac:spMk id="3" creationId="{251A845E-16F8-8377-1266-6A8D73D21527}"/>
          </ac:spMkLst>
        </pc:spChg>
        <pc:picChg chg="add mod">
          <ac:chgData name="Igor Kotlarz (ik311936)" userId="fd38fa4d-7796-47ed-aa9f-751da2e17049" providerId="ADAL" clId="{48AC1801-D0F9-42DA-94D2-0358C9FAB7AE}" dt="2025-05-26T17:41:48.620" v="347" actId="26606"/>
          <ac:picMkLst>
            <pc:docMk/>
            <pc:sldMk cId="4184960668" sldId="262"/>
            <ac:picMk id="5" creationId="{C1115194-F26E-0443-B1F4-980B0612736A}"/>
          </ac:picMkLst>
        </pc:picChg>
      </pc:sldChg>
      <pc:sldChg chg="addSp delSp modSp new mod setBg">
        <pc:chgData name="Igor Kotlarz (ik311936)" userId="fd38fa4d-7796-47ed-aa9f-751da2e17049" providerId="ADAL" clId="{48AC1801-D0F9-42DA-94D2-0358C9FAB7AE}" dt="2025-05-26T17:42:06.676" v="351" actId="26606"/>
        <pc:sldMkLst>
          <pc:docMk/>
          <pc:sldMk cId="819296991" sldId="263"/>
        </pc:sldMkLst>
        <pc:spChg chg="del">
          <ac:chgData name="Igor Kotlarz (ik311936)" userId="fd38fa4d-7796-47ed-aa9f-751da2e17049" providerId="ADAL" clId="{48AC1801-D0F9-42DA-94D2-0358C9FAB7AE}" dt="2025-05-26T17:42:06.676" v="351" actId="26606"/>
          <ac:spMkLst>
            <pc:docMk/>
            <pc:sldMk cId="819296991" sldId="263"/>
            <ac:spMk id="2" creationId="{FBE672B4-B933-2A6F-2C2C-21CF4762169F}"/>
          </ac:spMkLst>
        </pc:spChg>
        <pc:spChg chg="del">
          <ac:chgData name="Igor Kotlarz (ik311936)" userId="fd38fa4d-7796-47ed-aa9f-751da2e17049" providerId="ADAL" clId="{48AC1801-D0F9-42DA-94D2-0358C9FAB7AE}" dt="2025-05-26T17:42:03.585" v="348" actId="931"/>
          <ac:spMkLst>
            <pc:docMk/>
            <pc:sldMk cId="819296991" sldId="263"/>
            <ac:spMk id="3" creationId="{20749DFB-5205-3F37-49FA-43315FFAD7D6}"/>
          </ac:spMkLst>
        </pc:spChg>
        <pc:picChg chg="add mod">
          <ac:chgData name="Igor Kotlarz (ik311936)" userId="fd38fa4d-7796-47ed-aa9f-751da2e17049" providerId="ADAL" clId="{48AC1801-D0F9-42DA-94D2-0358C9FAB7AE}" dt="2025-05-26T17:42:06.676" v="351" actId="26606"/>
          <ac:picMkLst>
            <pc:docMk/>
            <pc:sldMk cId="819296991" sldId="263"/>
            <ac:picMk id="5" creationId="{08CDC4E4-E695-F51F-C3EB-35BB9F501FA4}"/>
          </ac:picMkLst>
        </pc:picChg>
      </pc:sldChg>
      <pc:sldChg chg="addSp delSp modSp new mod setBg">
        <pc:chgData name="Igor Kotlarz (ik311936)" userId="fd38fa4d-7796-47ed-aa9f-751da2e17049" providerId="ADAL" clId="{48AC1801-D0F9-42DA-94D2-0358C9FAB7AE}" dt="2025-05-26T17:42:16.468" v="355" actId="26606"/>
        <pc:sldMkLst>
          <pc:docMk/>
          <pc:sldMk cId="1141804780" sldId="264"/>
        </pc:sldMkLst>
        <pc:spChg chg="del">
          <ac:chgData name="Igor Kotlarz (ik311936)" userId="fd38fa4d-7796-47ed-aa9f-751da2e17049" providerId="ADAL" clId="{48AC1801-D0F9-42DA-94D2-0358C9FAB7AE}" dt="2025-05-26T17:42:16.468" v="355" actId="26606"/>
          <ac:spMkLst>
            <pc:docMk/>
            <pc:sldMk cId="1141804780" sldId="264"/>
            <ac:spMk id="2" creationId="{04D9704C-0845-20A9-8278-2F72CD901295}"/>
          </ac:spMkLst>
        </pc:spChg>
        <pc:spChg chg="del">
          <ac:chgData name="Igor Kotlarz (ik311936)" userId="fd38fa4d-7796-47ed-aa9f-751da2e17049" providerId="ADAL" clId="{48AC1801-D0F9-42DA-94D2-0358C9FAB7AE}" dt="2025-05-26T17:42:14.018" v="352" actId="931"/>
          <ac:spMkLst>
            <pc:docMk/>
            <pc:sldMk cId="1141804780" sldId="264"/>
            <ac:spMk id="3" creationId="{BE8BC24C-5349-FAE7-1B62-3C7900229A11}"/>
          </ac:spMkLst>
        </pc:spChg>
        <pc:picChg chg="add mod">
          <ac:chgData name="Igor Kotlarz (ik311936)" userId="fd38fa4d-7796-47ed-aa9f-751da2e17049" providerId="ADAL" clId="{48AC1801-D0F9-42DA-94D2-0358C9FAB7AE}" dt="2025-05-26T17:42:16.468" v="355" actId="26606"/>
          <ac:picMkLst>
            <pc:docMk/>
            <pc:sldMk cId="1141804780" sldId="264"/>
            <ac:picMk id="5" creationId="{66B336B5-2C57-C2D7-F50B-A578D9516F59}"/>
          </ac:picMkLst>
        </pc:picChg>
      </pc:sldChg>
      <pc:sldChg chg="addSp delSp modSp new mod setBg">
        <pc:chgData name="Igor Kotlarz (ik311936)" userId="fd38fa4d-7796-47ed-aa9f-751da2e17049" providerId="ADAL" clId="{48AC1801-D0F9-42DA-94D2-0358C9FAB7AE}" dt="2025-05-26T17:44:30.037" v="392" actId="1076"/>
        <pc:sldMkLst>
          <pc:docMk/>
          <pc:sldMk cId="1548519238" sldId="265"/>
        </pc:sldMkLst>
        <pc:spChg chg="add del">
          <ac:chgData name="Igor Kotlarz (ik311936)" userId="fd38fa4d-7796-47ed-aa9f-751da2e17049" providerId="ADAL" clId="{48AC1801-D0F9-42DA-94D2-0358C9FAB7AE}" dt="2025-05-26T17:43:16.204" v="376" actId="26606"/>
          <ac:spMkLst>
            <pc:docMk/>
            <pc:sldMk cId="1548519238" sldId="265"/>
            <ac:spMk id="2" creationId="{DE4FD725-BCDA-9333-0233-63E3C488466F}"/>
          </ac:spMkLst>
        </pc:spChg>
        <pc:spChg chg="del">
          <ac:chgData name="Igor Kotlarz (ik311936)" userId="fd38fa4d-7796-47ed-aa9f-751da2e17049" providerId="ADAL" clId="{48AC1801-D0F9-42DA-94D2-0358C9FAB7AE}" dt="2025-05-26T17:42:31.077" v="356" actId="931"/>
          <ac:spMkLst>
            <pc:docMk/>
            <pc:sldMk cId="1548519238" sldId="265"/>
            <ac:spMk id="3" creationId="{2FDD64A9-683D-F786-3DC2-788A4CBC3F03}"/>
          </ac:spMkLst>
        </pc:spChg>
        <pc:spChg chg="add del">
          <ac:chgData name="Igor Kotlarz (ik311936)" userId="fd38fa4d-7796-47ed-aa9f-751da2e17049" providerId="ADAL" clId="{48AC1801-D0F9-42DA-94D2-0358C9FAB7AE}" dt="2025-05-26T17:43:16.203" v="375" actId="26606"/>
          <ac:spMkLst>
            <pc:docMk/>
            <pc:sldMk cId="1548519238" sldId="265"/>
            <ac:spMk id="10" creationId="{11B2B030-4738-4359-9E46-144B7C8BFF8B}"/>
          </ac:spMkLst>
        </pc:spChg>
        <pc:spChg chg="add del">
          <ac:chgData name="Igor Kotlarz (ik311936)" userId="fd38fa4d-7796-47ed-aa9f-751da2e17049" providerId="ADAL" clId="{48AC1801-D0F9-42DA-94D2-0358C9FAB7AE}" dt="2025-05-26T17:43:16.203" v="375" actId="26606"/>
          <ac:spMkLst>
            <pc:docMk/>
            <pc:sldMk cId="1548519238" sldId="265"/>
            <ac:spMk id="12" creationId="{E722B2DD-E14D-4972-9D98-5D6E61B1B2D2}"/>
          </ac:spMkLst>
        </pc:spChg>
        <pc:picChg chg="add mod modCrop">
          <ac:chgData name="Igor Kotlarz (ik311936)" userId="fd38fa4d-7796-47ed-aa9f-751da2e17049" providerId="ADAL" clId="{48AC1801-D0F9-42DA-94D2-0358C9FAB7AE}" dt="2025-05-26T17:44:30.037" v="392" actId="1076"/>
          <ac:picMkLst>
            <pc:docMk/>
            <pc:sldMk cId="1548519238" sldId="265"/>
            <ac:picMk id="5" creationId="{829A8CC7-197D-54A0-A4AE-FD24FB9FE960}"/>
          </ac:picMkLst>
        </pc:picChg>
        <pc:picChg chg="add del mod modCrop">
          <ac:chgData name="Igor Kotlarz (ik311936)" userId="fd38fa4d-7796-47ed-aa9f-751da2e17049" providerId="ADAL" clId="{48AC1801-D0F9-42DA-94D2-0358C9FAB7AE}" dt="2025-05-26T17:43:09.662" v="371" actId="478"/>
          <ac:picMkLst>
            <pc:docMk/>
            <pc:sldMk cId="1548519238" sldId="265"/>
            <ac:picMk id="7" creationId="{2B2E2B95-3232-5BA3-3F58-EE13A38B3609}"/>
          </ac:picMkLst>
        </pc:picChg>
        <pc:picChg chg="add mod modCrop">
          <ac:chgData name="Igor Kotlarz (ik311936)" userId="fd38fa4d-7796-47ed-aa9f-751da2e17049" providerId="ADAL" clId="{48AC1801-D0F9-42DA-94D2-0358C9FAB7AE}" dt="2025-05-26T17:44:28.277" v="391" actId="1076"/>
          <ac:picMkLst>
            <pc:docMk/>
            <pc:sldMk cId="1548519238" sldId="265"/>
            <ac:picMk id="9" creationId="{6232E4E7-CDB5-FD09-D167-DF69EC9628E1}"/>
          </ac:picMkLst>
        </pc:picChg>
      </pc:sldChg>
      <pc:sldChg chg="addSp delSp modSp new mod">
        <pc:chgData name="Igor Kotlarz (ik311936)" userId="fd38fa4d-7796-47ed-aa9f-751da2e17049" providerId="ADAL" clId="{48AC1801-D0F9-42DA-94D2-0358C9FAB7AE}" dt="2025-05-26T17:46:47.649" v="416" actId="1076"/>
        <pc:sldMkLst>
          <pc:docMk/>
          <pc:sldMk cId="846653781" sldId="266"/>
        </pc:sldMkLst>
        <pc:spChg chg="del">
          <ac:chgData name="Igor Kotlarz (ik311936)" userId="fd38fa4d-7796-47ed-aa9f-751da2e17049" providerId="ADAL" clId="{48AC1801-D0F9-42DA-94D2-0358C9FAB7AE}" dt="2025-05-26T17:46:30.772" v="412" actId="21"/>
          <ac:spMkLst>
            <pc:docMk/>
            <pc:sldMk cId="846653781" sldId="266"/>
            <ac:spMk id="2" creationId="{62170E72-2F9C-C28D-E103-C0F0855BA41D}"/>
          </ac:spMkLst>
        </pc:spChg>
        <pc:spChg chg="del">
          <ac:chgData name="Igor Kotlarz (ik311936)" userId="fd38fa4d-7796-47ed-aa9f-751da2e17049" providerId="ADAL" clId="{48AC1801-D0F9-42DA-94D2-0358C9FAB7AE}" dt="2025-05-26T17:45:02.875" v="393" actId="931"/>
          <ac:spMkLst>
            <pc:docMk/>
            <pc:sldMk cId="846653781" sldId="266"/>
            <ac:spMk id="3" creationId="{72BE2130-56BA-CB7B-FCEC-964B102640A0}"/>
          </ac:spMkLst>
        </pc:spChg>
        <pc:picChg chg="add mod modCrop">
          <ac:chgData name="Igor Kotlarz (ik311936)" userId="fd38fa4d-7796-47ed-aa9f-751da2e17049" providerId="ADAL" clId="{48AC1801-D0F9-42DA-94D2-0358C9FAB7AE}" dt="2025-05-26T17:46:47.649" v="416" actId="1076"/>
          <ac:picMkLst>
            <pc:docMk/>
            <pc:sldMk cId="846653781" sldId="266"/>
            <ac:picMk id="5" creationId="{BB5F9D71-E78A-DB67-073D-1ECEEC878204}"/>
          </ac:picMkLst>
        </pc:picChg>
        <pc:picChg chg="add mod modCrop">
          <ac:chgData name="Igor Kotlarz (ik311936)" userId="fd38fa4d-7796-47ed-aa9f-751da2e17049" providerId="ADAL" clId="{48AC1801-D0F9-42DA-94D2-0358C9FAB7AE}" dt="2025-05-26T17:46:47.649" v="416" actId="1076"/>
          <ac:picMkLst>
            <pc:docMk/>
            <pc:sldMk cId="846653781" sldId="266"/>
            <ac:picMk id="7" creationId="{DF301B37-901B-98CF-D058-0A4568826F5B}"/>
          </ac:picMkLst>
        </pc:picChg>
      </pc:sldChg>
      <pc:sldChg chg="addSp delSp modSp new mod setBg">
        <pc:chgData name="Igor Kotlarz (ik311936)" userId="fd38fa4d-7796-47ed-aa9f-751da2e17049" providerId="ADAL" clId="{48AC1801-D0F9-42DA-94D2-0358C9FAB7AE}" dt="2025-05-26T20:31:37.273" v="3100" actId="1076"/>
        <pc:sldMkLst>
          <pc:docMk/>
          <pc:sldMk cId="3820883242" sldId="267"/>
        </pc:sldMkLst>
        <pc:spChg chg="mod">
          <ac:chgData name="Igor Kotlarz (ik311936)" userId="fd38fa4d-7796-47ed-aa9f-751da2e17049" providerId="ADAL" clId="{48AC1801-D0F9-42DA-94D2-0358C9FAB7AE}" dt="2025-05-26T20:30:14.917" v="3097" actId="26606"/>
          <ac:spMkLst>
            <pc:docMk/>
            <pc:sldMk cId="3820883242" sldId="267"/>
            <ac:spMk id="2" creationId="{7ED304CA-F78B-6F7A-411C-42B99CB26BC7}"/>
          </ac:spMkLst>
        </pc:spChg>
        <pc:spChg chg="del mod">
          <ac:chgData name="Igor Kotlarz (ik311936)" userId="fd38fa4d-7796-47ed-aa9f-751da2e17049" providerId="ADAL" clId="{48AC1801-D0F9-42DA-94D2-0358C9FAB7AE}" dt="2025-05-26T20:31:30.414" v="3098" actId="22"/>
          <ac:spMkLst>
            <pc:docMk/>
            <pc:sldMk cId="3820883242" sldId="267"/>
            <ac:spMk id="3" creationId="{A90C7CF9-B0FD-CB4D-E63B-314D77701C2F}"/>
          </ac:spMkLst>
        </pc:spChg>
        <pc:spChg chg="add del">
          <ac:chgData name="Igor Kotlarz (ik311936)" userId="fd38fa4d-7796-47ed-aa9f-751da2e17049" providerId="ADAL" clId="{48AC1801-D0F9-42DA-94D2-0358C9FAB7AE}" dt="2025-05-26T20:30:14.917" v="3097" actId="26606"/>
          <ac:spMkLst>
            <pc:docMk/>
            <pc:sldMk cId="3820883242" sldId="267"/>
            <ac:spMk id="8" creationId="{18873D23-2DCF-4B31-A009-95721C06E8E1}"/>
          </ac:spMkLst>
        </pc:spChg>
        <pc:spChg chg="add del">
          <ac:chgData name="Igor Kotlarz (ik311936)" userId="fd38fa4d-7796-47ed-aa9f-751da2e17049" providerId="ADAL" clId="{48AC1801-D0F9-42DA-94D2-0358C9FAB7AE}" dt="2025-05-26T20:30:14.917" v="3097" actId="26606"/>
          <ac:spMkLst>
            <pc:docMk/>
            <pc:sldMk cId="3820883242" sldId="267"/>
            <ac:spMk id="10" creationId="{C13EF075-D4EF-4929-ADBC-91B27DA19955}"/>
          </ac:spMkLst>
        </pc:spChg>
        <pc:grpChg chg="add del">
          <ac:chgData name="Igor Kotlarz (ik311936)" userId="fd38fa4d-7796-47ed-aa9f-751da2e17049" providerId="ADAL" clId="{48AC1801-D0F9-42DA-94D2-0358C9FAB7AE}" dt="2025-05-26T20:30:14.917" v="3097" actId="26606"/>
          <ac:grpSpMkLst>
            <pc:docMk/>
            <pc:sldMk cId="3820883242" sldId="267"/>
            <ac:grpSpMk id="12" creationId="{DAA26DFA-AAB2-4973-9C17-16D587C7B198}"/>
          </ac:grpSpMkLst>
        </pc:grpChg>
        <pc:picChg chg="add mod ord">
          <ac:chgData name="Igor Kotlarz (ik311936)" userId="fd38fa4d-7796-47ed-aa9f-751da2e17049" providerId="ADAL" clId="{48AC1801-D0F9-42DA-94D2-0358C9FAB7AE}" dt="2025-05-26T20:31:37.273" v="3100" actId="1076"/>
          <ac:picMkLst>
            <pc:docMk/>
            <pc:sldMk cId="3820883242" sldId="267"/>
            <ac:picMk id="5" creationId="{DA92D00E-99F0-CEF4-3EDF-6459FD17BCA2}"/>
          </ac:picMkLst>
        </pc:picChg>
      </pc:sldChg>
      <pc:sldChg chg="addSp modSp new mod setBg">
        <pc:chgData name="Igor Kotlarz (ik311936)" userId="fd38fa4d-7796-47ed-aa9f-751da2e17049" providerId="ADAL" clId="{48AC1801-D0F9-42DA-94D2-0358C9FAB7AE}" dt="2025-05-26T20:13:22.215" v="2814" actId="20577"/>
        <pc:sldMkLst>
          <pc:docMk/>
          <pc:sldMk cId="1915212278" sldId="268"/>
        </pc:sldMkLst>
        <pc:spChg chg="mod">
          <ac:chgData name="Igor Kotlarz (ik311936)" userId="fd38fa4d-7796-47ed-aa9f-751da2e17049" providerId="ADAL" clId="{48AC1801-D0F9-42DA-94D2-0358C9FAB7AE}" dt="2025-05-26T20:11:13.809" v="2798" actId="26606"/>
          <ac:spMkLst>
            <pc:docMk/>
            <pc:sldMk cId="1915212278" sldId="268"/>
            <ac:spMk id="2" creationId="{99985096-B515-8913-AFDB-828C797B7358}"/>
          </ac:spMkLst>
        </pc:spChg>
        <pc:spChg chg="mod">
          <ac:chgData name="Igor Kotlarz (ik311936)" userId="fd38fa4d-7796-47ed-aa9f-751da2e17049" providerId="ADAL" clId="{48AC1801-D0F9-42DA-94D2-0358C9FAB7AE}" dt="2025-05-26T20:13:22.215" v="2814" actId="20577"/>
          <ac:spMkLst>
            <pc:docMk/>
            <pc:sldMk cId="1915212278" sldId="268"/>
            <ac:spMk id="3" creationId="{237CEF0F-1634-2F96-33BA-A9FBDE72101F}"/>
          </ac:spMkLst>
        </pc:spChg>
        <pc:spChg chg="add">
          <ac:chgData name="Igor Kotlarz (ik311936)" userId="fd38fa4d-7796-47ed-aa9f-751da2e17049" providerId="ADAL" clId="{48AC1801-D0F9-42DA-94D2-0358C9FAB7AE}" dt="2025-05-26T20:11:13.809" v="2798" actId="26606"/>
          <ac:spMkLst>
            <pc:docMk/>
            <pc:sldMk cId="1915212278" sldId="268"/>
            <ac:spMk id="8" creationId="{18873D23-2DCF-4B31-A009-95721C06E8E1}"/>
          </ac:spMkLst>
        </pc:spChg>
        <pc:spChg chg="add">
          <ac:chgData name="Igor Kotlarz (ik311936)" userId="fd38fa4d-7796-47ed-aa9f-751da2e17049" providerId="ADAL" clId="{48AC1801-D0F9-42DA-94D2-0358C9FAB7AE}" dt="2025-05-26T20:11:13.809" v="2798" actId="26606"/>
          <ac:spMkLst>
            <pc:docMk/>
            <pc:sldMk cId="1915212278" sldId="268"/>
            <ac:spMk id="10" creationId="{C13EF075-D4EF-4929-ADBC-91B27DA19955}"/>
          </ac:spMkLst>
        </pc:spChg>
        <pc:grpChg chg="add">
          <ac:chgData name="Igor Kotlarz (ik311936)" userId="fd38fa4d-7796-47ed-aa9f-751da2e17049" providerId="ADAL" clId="{48AC1801-D0F9-42DA-94D2-0358C9FAB7AE}" dt="2025-05-26T20:11:13.809" v="2798" actId="26606"/>
          <ac:grpSpMkLst>
            <pc:docMk/>
            <pc:sldMk cId="1915212278" sldId="268"/>
            <ac:grpSpMk id="12" creationId="{DAA26DFA-AAB2-4973-9C17-16D587C7B198}"/>
          </ac:grpSpMkLst>
        </pc:grpChg>
      </pc:sldChg>
      <pc:sldChg chg="addSp delSp modSp new mod setBg">
        <pc:chgData name="Igor Kotlarz (ik311936)" userId="fd38fa4d-7796-47ed-aa9f-751da2e17049" providerId="ADAL" clId="{48AC1801-D0F9-42DA-94D2-0358C9FAB7AE}" dt="2025-05-26T18:15:04.994" v="610" actId="26606"/>
        <pc:sldMkLst>
          <pc:docMk/>
          <pc:sldMk cId="2453529112" sldId="269"/>
        </pc:sldMkLst>
        <pc:spChg chg="del">
          <ac:chgData name="Igor Kotlarz (ik311936)" userId="fd38fa4d-7796-47ed-aa9f-751da2e17049" providerId="ADAL" clId="{48AC1801-D0F9-42DA-94D2-0358C9FAB7AE}" dt="2025-05-26T18:06:17.888" v="574" actId="26606"/>
          <ac:spMkLst>
            <pc:docMk/>
            <pc:sldMk cId="2453529112" sldId="269"/>
            <ac:spMk id="2" creationId="{BB378F2C-2998-9659-F830-20BD085082AC}"/>
          </ac:spMkLst>
        </pc:spChg>
        <pc:spChg chg="del">
          <ac:chgData name="Igor Kotlarz (ik311936)" userId="fd38fa4d-7796-47ed-aa9f-751da2e17049" providerId="ADAL" clId="{48AC1801-D0F9-42DA-94D2-0358C9FAB7AE}" dt="2025-05-26T18:06:15.043" v="571" actId="931"/>
          <ac:spMkLst>
            <pc:docMk/>
            <pc:sldMk cId="2453529112" sldId="269"/>
            <ac:spMk id="3" creationId="{B883E05A-4CA4-BC0C-F275-63B706F6537B}"/>
          </ac:spMkLst>
        </pc:spChg>
        <pc:spChg chg="add del mod">
          <ac:chgData name="Igor Kotlarz (ik311936)" userId="fd38fa4d-7796-47ed-aa9f-751da2e17049" providerId="ADAL" clId="{48AC1801-D0F9-42DA-94D2-0358C9FAB7AE}" dt="2025-05-26T18:15:03.152" v="607" actId="931"/>
          <ac:spMkLst>
            <pc:docMk/>
            <pc:sldMk cId="2453529112" sldId="269"/>
            <ac:spMk id="7" creationId="{6A6E8EEF-3BCA-0F5A-C881-E6853F2E0666}"/>
          </ac:spMkLst>
        </pc:spChg>
        <pc:picChg chg="add del mod">
          <ac:chgData name="Igor Kotlarz (ik311936)" userId="fd38fa4d-7796-47ed-aa9f-751da2e17049" providerId="ADAL" clId="{48AC1801-D0F9-42DA-94D2-0358C9FAB7AE}" dt="2025-05-26T18:14:41.921" v="601" actId="478"/>
          <ac:picMkLst>
            <pc:docMk/>
            <pc:sldMk cId="2453529112" sldId="269"/>
            <ac:picMk id="5" creationId="{0F5BF41D-4483-92BF-C7FC-21B340701A32}"/>
          </ac:picMkLst>
        </pc:picChg>
        <pc:picChg chg="add mod">
          <ac:chgData name="Igor Kotlarz (ik311936)" userId="fd38fa4d-7796-47ed-aa9f-751da2e17049" providerId="ADAL" clId="{48AC1801-D0F9-42DA-94D2-0358C9FAB7AE}" dt="2025-05-26T18:15:04.994" v="610" actId="26606"/>
          <ac:picMkLst>
            <pc:docMk/>
            <pc:sldMk cId="2453529112" sldId="269"/>
            <ac:picMk id="9" creationId="{17DA7510-3DB1-3261-3042-61C215F3F3B4}"/>
          </ac:picMkLst>
        </pc:picChg>
      </pc:sldChg>
      <pc:sldChg chg="addSp delSp modSp new mod setBg">
        <pc:chgData name="Igor Kotlarz (ik311936)" userId="fd38fa4d-7796-47ed-aa9f-751da2e17049" providerId="ADAL" clId="{48AC1801-D0F9-42DA-94D2-0358C9FAB7AE}" dt="2025-05-26T18:16:29.391" v="638" actId="26606"/>
        <pc:sldMkLst>
          <pc:docMk/>
          <pc:sldMk cId="1872163238" sldId="270"/>
        </pc:sldMkLst>
        <pc:spChg chg="del">
          <ac:chgData name="Igor Kotlarz (ik311936)" userId="fd38fa4d-7796-47ed-aa9f-751da2e17049" providerId="ADAL" clId="{48AC1801-D0F9-42DA-94D2-0358C9FAB7AE}" dt="2025-05-26T18:06:35.247" v="584" actId="26606"/>
          <ac:spMkLst>
            <pc:docMk/>
            <pc:sldMk cId="1872163238" sldId="270"/>
            <ac:spMk id="2" creationId="{49D4A7BB-EA9D-C8A0-9649-F58EC1E395D2}"/>
          </ac:spMkLst>
        </pc:spChg>
        <pc:spChg chg="del">
          <ac:chgData name="Igor Kotlarz (ik311936)" userId="fd38fa4d-7796-47ed-aa9f-751da2e17049" providerId="ADAL" clId="{48AC1801-D0F9-42DA-94D2-0358C9FAB7AE}" dt="2025-05-26T18:06:33.251" v="581" actId="931"/>
          <ac:spMkLst>
            <pc:docMk/>
            <pc:sldMk cId="1872163238" sldId="270"/>
            <ac:spMk id="3" creationId="{02A7D178-0D42-165F-7CA7-276C896AA075}"/>
          </ac:spMkLst>
        </pc:spChg>
        <pc:spChg chg="add del mod">
          <ac:chgData name="Igor Kotlarz (ik311936)" userId="fd38fa4d-7796-47ed-aa9f-751da2e17049" providerId="ADAL" clId="{48AC1801-D0F9-42DA-94D2-0358C9FAB7AE}" dt="2025-05-26T18:15:13.648" v="611" actId="931"/>
          <ac:spMkLst>
            <pc:docMk/>
            <pc:sldMk cId="1872163238" sldId="270"/>
            <ac:spMk id="7" creationId="{66247743-D079-3620-8955-258ED58DE18A}"/>
          </ac:spMkLst>
        </pc:spChg>
        <pc:picChg chg="add del mod">
          <ac:chgData name="Igor Kotlarz (ik311936)" userId="fd38fa4d-7796-47ed-aa9f-751da2e17049" providerId="ADAL" clId="{48AC1801-D0F9-42DA-94D2-0358C9FAB7AE}" dt="2025-05-26T18:14:44.800" v="602" actId="478"/>
          <ac:picMkLst>
            <pc:docMk/>
            <pc:sldMk cId="1872163238" sldId="270"/>
            <ac:picMk id="5" creationId="{FB4CD53D-AF31-89EC-F070-2318C9906310}"/>
          </ac:picMkLst>
        </pc:picChg>
        <pc:picChg chg="add mod">
          <ac:chgData name="Igor Kotlarz (ik311936)" userId="fd38fa4d-7796-47ed-aa9f-751da2e17049" providerId="ADAL" clId="{48AC1801-D0F9-42DA-94D2-0358C9FAB7AE}" dt="2025-05-26T18:16:29.391" v="638" actId="26606"/>
          <ac:picMkLst>
            <pc:docMk/>
            <pc:sldMk cId="1872163238" sldId="270"/>
            <ac:picMk id="9" creationId="{4543D541-20BF-B589-234B-7AB7FD880927}"/>
          </ac:picMkLst>
        </pc:picChg>
      </pc:sldChg>
      <pc:sldChg chg="addSp delSp modSp new del mod setBg">
        <pc:chgData name="Igor Kotlarz (ik311936)" userId="fd38fa4d-7796-47ed-aa9f-751da2e17049" providerId="ADAL" clId="{48AC1801-D0F9-42DA-94D2-0358C9FAB7AE}" dt="2025-05-26T18:14:45.643" v="603" actId="47"/>
        <pc:sldMkLst>
          <pc:docMk/>
          <pc:sldMk cId="2612570908" sldId="271"/>
        </pc:sldMkLst>
        <pc:spChg chg="del">
          <ac:chgData name="Igor Kotlarz (ik311936)" userId="fd38fa4d-7796-47ed-aa9f-751da2e17049" providerId="ADAL" clId="{48AC1801-D0F9-42DA-94D2-0358C9FAB7AE}" dt="2025-05-26T18:07:08.413" v="592" actId="26606"/>
          <ac:spMkLst>
            <pc:docMk/>
            <pc:sldMk cId="2612570908" sldId="271"/>
            <ac:spMk id="2" creationId="{9C2335CB-7495-B943-CE10-786448313518}"/>
          </ac:spMkLst>
        </pc:spChg>
        <pc:spChg chg="del">
          <ac:chgData name="Igor Kotlarz (ik311936)" userId="fd38fa4d-7796-47ed-aa9f-751da2e17049" providerId="ADAL" clId="{48AC1801-D0F9-42DA-94D2-0358C9FAB7AE}" dt="2025-05-26T18:06:51.475" v="585" actId="931"/>
          <ac:spMkLst>
            <pc:docMk/>
            <pc:sldMk cId="2612570908" sldId="271"/>
            <ac:spMk id="3" creationId="{225E85A2-8D3B-3381-6BE5-6524411645A9}"/>
          </ac:spMkLst>
        </pc:spChg>
        <pc:picChg chg="add mod">
          <ac:chgData name="Igor Kotlarz (ik311936)" userId="fd38fa4d-7796-47ed-aa9f-751da2e17049" providerId="ADAL" clId="{48AC1801-D0F9-42DA-94D2-0358C9FAB7AE}" dt="2025-05-26T18:07:08.413" v="592" actId="26606"/>
          <ac:picMkLst>
            <pc:docMk/>
            <pc:sldMk cId="2612570908" sldId="271"/>
            <ac:picMk id="5" creationId="{E4348248-CC58-4494-1652-4880A5736220}"/>
          </ac:picMkLst>
        </pc:picChg>
      </pc:sldChg>
      <pc:sldChg chg="addSp delSp modSp new mod setBg">
        <pc:chgData name="Igor Kotlarz (ik311936)" userId="fd38fa4d-7796-47ed-aa9f-751da2e17049" providerId="ADAL" clId="{48AC1801-D0F9-42DA-94D2-0358C9FAB7AE}" dt="2025-05-26T18:16:31.431" v="639" actId="26606"/>
        <pc:sldMkLst>
          <pc:docMk/>
          <pc:sldMk cId="922818108" sldId="272"/>
        </pc:sldMkLst>
        <pc:spChg chg="del">
          <ac:chgData name="Igor Kotlarz (ik311936)" userId="fd38fa4d-7796-47ed-aa9f-751da2e17049" providerId="ADAL" clId="{48AC1801-D0F9-42DA-94D2-0358C9FAB7AE}" dt="2025-05-26T18:07:05.863" v="591" actId="26606"/>
          <ac:spMkLst>
            <pc:docMk/>
            <pc:sldMk cId="922818108" sldId="272"/>
            <ac:spMk id="2" creationId="{1A21520E-B3FE-5128-2B02-0BAD6D6F5F4F}"/>
          </ac:spMkLst>
        </pc:spChg>
        <pc:spChg chg="del">
          <ac:chgData name="Igor Kotlarz (ik311936)" userId="fd38fa4d-7796-47ed-aa9f-751da2e17049" providerId="ADAL" clId="{48AC1801-D0F9-42DA-94D2-0358C9FAB7AE}" dt="2025-05-26T18:07:03.610" v="588" actId="931"/>
          <ac:spMkLst>
            <pc:docMk/>
            <pc:sldMk cId="922818108" sldId="272"/>
            <ac:spMk id="3" creationId="{AB2B56C9-379E-DE44-7461-F43EEE5B7761}"/>
          </ac:spMkLst>
        </pc:spChg>
        <pc:spChg chg="add del mod">
          <ac:chgData name="Igor Kotlarz (ik311936)" userId="fd38fa4d-7796-47ed-aa9f-751da2e17049" providerId="ADAL" clId="{48AC1801-D0F9-42DA-94D2-0358C9FAB7AE}" dt="2025-05-26T18:15:25.439" v="614" actId="931"/>
          <ac:spMkLst>
            <pc:docMk/>
            <pc:sldMk cId="922818108" sldId="272"/>
            <ac:spMk id="7" creationId="{A4C3C88F-83FB-F117-7C60-A3A15C6F7B0D}"/>
          </ac:spMkLst>
        </pc:spChg>
        <pc:picChg chg="add del mod">
          <ac:chgData name="Igor Kotlarz (ik311936)" userId="fd38fa4d-7796-47ed-aa9f-751da2e17049" providerId="ADAL" clId="{48AC1801-D0F9-42DA-94D2-0358C9FAB7AE}" dt="2025-05-26T18:14:48.605" v="604" actId="478"/>
          <ac:picMkLst>
            <pc:docMk/>
            <pc:sldMk cId="922818108" sldId="272"/>
            <ac:picMk id="5" creationId="{E74A7300-A2D9-5B38-D0E8-2C7064A71111}"/>
          </ac:picMkLst>
        </pc:picChg>
        <pc:picChg chg="add mod">
          <ac:chgData name="Igor Kotlarz (ik311936)" userId="fd38fa4d-7796-47ed-aa9f-751da2e17049" providerId="ADAL" clId="{48AC1801-D0F9-42DA-94D2-0358C9FAB7AE}" dt="2025-05-26T18:16:31.431" v="639" actId="26606"/>
          <ac:picMkLst>
            <pc:docMk/>
            <pc:sldMk cId="922818108" sldId="272"/>
            <ac:picMk id="9" creationId="{A8B4658A-C073-F247-A0E2-645F1832F522}"/>
          </ac:picMkLst>
        </pc:picChg>
      </pc:sldChg>
      <pc:sldChg chg="addSp delSp modSp new mod setBg">
        <pc:chgData name="Igor Kotlarz (ik311936)" userId="fd38fa4d-7796-47ed-aa9f-751da2e17049" providerId="ADAL" clId="{48AC1801-D0F9-42DA-94D2-0358C9FAB7AE}" dt="2025-05-26T18:16:34.512" v="640" actId="26606"/>
        <pc:sldMkLst>
          <pc:docMk/>
          <pc:sldMk cId="708498512" sldId="273"/>
        </pc:sldMkLst>
        <pc:spChg chg="del">
          <ac:chgData name="Igor Kotlarz (ik311936)" userId="fd38fa4d-7796-47ed-aa9f-751da2e17049" providerId="ADAL" clId="{48AC1801-D0F9-42DA-94D2-0358C9FAB7AE}" dt="2025-05-26T18:08:03.404" v="596" actId="26606"/>
          <ac:spMkLst>
            <pc:docMk/>
            <pc:sldMk cId="708498512" sldId="273"/>
            <ac:spMk id="2" creationId="{851CC694-867B-30E5-632A-EAA95BD26D98}"/>
          </ac:spMkLst>
        </pc:spChg>
        <pc:spChg chg="del">
          <ac:chgData name="Igor Kotlarz (ik311936)" userId="fd38fa4d-7796-47ed-aa9f-751da2e17049" providerId="ADAL" clId="{48AC1801-D0F9-42DA-94D2-0358C9FAB7AE}" dt="2025-05-26T18:08:01.400" v="593" actId="931"/>
          <ac:spMkLst>
            <pc:docMk/>
            <pc:sldMk cId="708498512" sldId="273"/>
            <ac:spMk id="3" creationId="{017B6363-5F8F-E233-F44B-3E8AD8FB3BAC}"/>
          </ac:spMkLst>
        </pc:spChg>
        <pc:spChg chg="add del mod">
          <ac:chgData name="Igor Kotlarz (ik311936)" userId="fd38fa4d-7796-47ed-aa9f-751da2e17049" providerId="ADAL" clId="{48AC1801-D0F9-42DA-94D2-0358C9FAB7AE}" dt="2025-05-26T18:15:34.067" v="617" actId="931"/>
          <ac:spMkLst>
            <pc:docMk/>
            <pc:sldMk cId="708498512" sldId="273"/>
            <ac:spMk id="7" creationId="{8397FAA9-9F32-B1F4-63C3-DC0AD7B56B55}"/>
          </ac:spMkLst>
        </pc:spChg>
        <pc:picChg chg="add del mod">
          <ac:chgData name="Igor Kotlarz (ik311936)" userId="fd38fa4d-7796-47ed-aa9f-751da2e17049" providerId="ADAL" clId="{48AC1801-D0F9-42DA-94D2-0358C9FAB7AE}" dt="2025-05-26T18:14:49.846" v="605" actId="478"/>
          <ac:picMkLst>
            <pc:docMk/>
            <pc:sldMk cId="708498512" sldId="273"/>
            <ac:picMk id="5" creationId="{11A903DF-37CE-A3A2-3623-004BEA790A4D}"/>
          </ac:picMkLst>
        </pc:picChg>
        <pc:picChg chg="add mod">
          <ac:chgData name="Igor Kotlarz (ik311936)" userId="fd38fa4d-7796-47ed-aa9f-751da2e17049" providerId="ADAL" clId="{48AC1801-D0F9-42DA-94D2-0358C9FAB7AE}" dt="2025-05-26T18:16:34.512" v="640" actId="26606"/>
          <ac:picMkLst>
            <pc:docMk/>
            <pc:sldMk cId="708498512" sldId="273"/>
            <ac:picMk id="9" creationId="{49EC4157-13E4-75EC-41B2-108934AAE862}"/>
          </ac:picMkLst>
        </pc:picChg>
      </pc:sldChg>
      <pc:sldChg chg="addSp delSp modSp new mod setBg">
        <pc:chgData name="Igor Kotlarz (ik311936)" userId="fd38fa4d-7796-47ed-aa9f-751da2e17049" providerId="ADAL" clId="{48AC1801-D0F9-42DA-94D2-0358C9FAB7AE}" dt="2025-05-26T18:16:37.391" v="641" actId="26606"/>
        <pc:sldMkLst>
          <pc:docMk/>
          <pc:sldMk cId="3746118368" sldId="274"/>
        </pc:sldMkLst>
        <pc:spChg chg="del">
          <ac:chgData name="Igor Kotlarz (ik311936)" userId="fd38fa4d-7796-47ed-aa9f-751da2e17049" providerId="ADAL" clId="{48AC1801-D0F9-42DA-94D2-0358C9FAB7AE}" dt="2025-05-26T18:08:15.652" v="600" actId="26606"/>
          <ac:spMkLst>
            <pc:docMk/>
            <pc:sldMk cId="3746118368" sldId="274"/>
            <ac:spMk id="2" creationId="{7DABEB32-90BA-5956-C472-A7F1A148C8BD}"/>
          </ac:spMkLst>
        </pc:spChg>
        <pc:spChg chg="del">
          <ac:chgData name="Igor Kotlarz (ik311936)" userId="fd38fa4d-7796-47ed-aa9f-751da2e17049" providerId="ADAL" clId="{48AC1801-D0F9-42DA-94D2-0358C9FAB7AE}" dt="2025-05-26T18:08:13.353" v="597" actId="931"/>
          <ac:spMkLst>
            <pc:docMk/>
            <pc:sldMk cId="3746118368" sldId="274"/>
            <ac:spMk id="3" creationId="{DDDE5B70-A63D-2F70-01EC-6E3B63DE02DC}"/>
          </ac:spMkLst>
        </pc:spChg>
        <pc:spChg chg="add del mod">
          <ac:chgData name="Igor Kotlarz (ik311936)" userId="fd38fa4d-7796-47ed-aa9f-751da2e17049" providerId="ADAL" clId="{48AC1801-D0F9-42DA-94D2-0358C9FAB7AE}" dt="2025-05-26T18:15:42.678" v="620" actId="931"/>
          <ac:spMkLst>
            <pc:docMk/>
            <pc:sldMk cId="3746118368" sldId="274"/>
            <ac:spMk id="7" creationId="{90E28727-843F-4481-13DB-68476AD4DAC2}"/>
          </ac:spMkLst>
        </pc:spChg>
        <pc:picChg chg="add del mod">
          <ac:chgData name="Igor Kotlarz (ik311936)" userId="fd38fa4d-7796-47ed-aa9f-751da2e17049" providerId="ADAL" clId="{48AC1801-D0F9-42DA-94D2-0358C9FAB7AE}" dt="2025-05-26T18:14:51.274" v="606" actId="478"/>
          <ac:picMkLst>
            <pc:docMk/>
            <pc:sldMk cId="3746118368" sldId="274"/>
            <ac:picMk id="5" creationId="{9BC742E0-3FF0-EC1E-7119-9DE7C88F712E}"/>
          </ac:picMkLst>
        </pc:picChg>
        <pc:picChg chg="add mod">
          <ac:chgData name="Igor Kotlarz (ik311936)" userId="fd38fa4d-7796-47ed-aa9f-751da2e17049" providerId="ADAL" clId="{48AC1801-D0F9-42DA-94D2-0358C9FAB7AE}" dt="2025-05-26T18:16:37.391" v="641" actId="26606"/>
          <ac:picMkLst>
            <pc:docMk/>
            <pc:sldMk cId="3746118368" sldId="274"/>
            <ac:picMk id="9" creationId="{0125FBF8-3E2F-9E95-63A7-7281A038E571}"/>
          </ac:picMkLst>
        </pc:picChg>
      </pc:sldChg>
      <pc:sldChg chg="addSp delSp modSp new mod setBg">
        <pc:chgData name="Igor Kotlarz (ik311936)" userId="fd38fa4d-7796-47ed-aa9f-751da2e17049" providerId="ADAL" clId="{48AC1801-D0F9-42DA-94D2-0358C9FAB7AE}" dt="2025-05-26T18:16:41.056" v="642" actId="26606"/>
        <pc:sldMkLst>
          <pc:docMk/>
          <pc:sldMk cId="2919766696" sldId="275"/>
        </pc:sldMkLst>
        <pc:spChg chg="del">
          <ac:chgData name="Igor Kotlarz (ik311936)" userId="fd38fa4d-7796-47ed-aa9f-751da2e17049" providerId="ADAL" clId="{48AC1801-D0F9-42DA-94D2-0358C9FAB7AE}" dt="2025-05-26T18:16:41.056" v="642" actId="26606"/>
          <ac:spMkLst>
            <pc:docMk/>
            <pc:sldMk cId="2919766696" sldId="275"/>
            <ac:spMk id="2" creationId="{7EE83895-EB42-0862-5E6C-5B4D08565D12}"/>
          </ac:spMkLst>
        </pc:spChg>
        <pc:spChg chg="del">
          <ac:chgData name="Igor Kotlarz (ik311936)" userId="fd38fa4d-7796-47ed-aa9f-751da2e17049" providerId="ADAL" clId="{48AC1801-D0F9-42DA-94D2-0358C9FAB7AE}" dt="2025-05-26T18:15:52.125" v="623" actId="931"/>
          <ac:spMkLst>
            <pc:docMk/>
            <pc:sldMk cId="2919766696" sldId="275"/>
            <ac:spMk id="3" creationId="{DD61FE10-80B5-0742-1132-BD2AED958A99}"/>
          </ac:spMkLst>
        </pc:spChg>
        <pc:picChg chg="add mod">
          <ac:chgData name="Igor Kotlarz (ik311936)" userId="fd38fa4d-7796-47ed-aa9f-751da2e17049" providerId="ADAL" clId="{48AC1801-D0F9-42DA-94D2-0358C9FAB7AE}" dt="2025-05-26T18:16:41.056" v="642" actId="26606"/>
          <ac:picMkLst>
            <pc:docMk/>
            <pc:sldMk cId="2919766696" sldId="275"/>
            <ac:picMk id="5" creationId="{D608D67D-CA96-B498-91BC-22230E84CF22}"/>
          </ac:picMkLst>
        </pc:picChg>
      </pc:sldChg>
      <pc:sldChg chg="addSp delSp modSp new mod ord setBg">
        <pc:chgData name="Igor Kotlarz (ik311936)" userId="fd38fa4d-7796-47ed-aa9f-751da2e17049" providerId="ADAL" clId="{48AC1801-D0F9-42DA-94D2-0358C9FAB7AE}" dt="2025-05-26T18:16:46.696" v="643" actId="26606"/>
        <pc:sldMkLst>
          <pc:docMk/>
          <pc:sldMk cId="2887229645" sldId="276"/>
        </pc:sldMkLst>
        <pc:spChg chg="del">
          <ac:chgData name="Igor Kotlarz (ik311936)" userId="fd38fa4d-7796-47ed-aa9f-751da2e17049" providerId="ADAL" clId="{48AC1801-D0F9-42DA-94D2-0358C9FAB7AE}" dt="2025-05-26T18:16:46.696" v="643" actId="26606"/>
          <ac:spMkLst>
            <pc:docMk/>
            <pc:sldMk cId="2887229645" sldId="276"/>
            <ac:spMk id="2" creationId="{B04131E9-BBDE-E7A0-DD4C-FEAEBBDE0F8C}"/>
          </ac:spMkLst>
        </pc:spChg>
        <pc:spChg chg="del">
          <ac:chgData name="Igor Kotlarz (ik311936)" userId="fd38fa4d-7796-47ed-aa9f-751da2e17049" providerId="ADAL" clId="{48AC1801-D0F9-42DA-94D2-0358C9FAB7AE}" dt="2025-05-26T18:16:15.502" v="632" actId="931"/>
          <ac:spMkLst>
            <pc:docMk/>
            <pc:sldMk cId="2887229645" sldId="276"/>
            <ac:spMk id="3" creationId="{5472097A-384D-01FE-060F-7F66323C6BCE}"/>
          </ac:spMkLst>
        </pc:spChg>
        <pc:picChg chg="add mod">
          <ac:chgData name="Igor Kotlarz (ik311936)" userId="fd38fa4d-7796-47ed-aa9f-751da2e17049" providerId="ADAL" clId="{48AC1801-D0F9-42DA-94D2-0358C9FAB7AE}" dt="2025-05-26T18:16:46.696" v="643" actId="26606"/>
          <ac:picMkLst>
            <pc:docMk/>
            <pc:sldMk cId="2887229645" sldId="276"/>
            <ac:picMk id="5" creationId="{490423F8-75D6-95A6-22DF-102C4E05570E}"/>
          </ac:picMkLst>
        </pc:picChg>
      </pc:sldChg>
      <pc:sldChg chg="addSp delSp modSp new mod ord setBg">
        <pc:chgData name="Igor Kotlarz (ik311936)" userId="fd38fa4d-7796-47ed-aa9f-751da2e17049" providerId="ADAL" clId="{48AC1801-D0F9-42DA-94D2-0358C9FAB7AE}" dt="2025-05-26T18:16:49.591" v="644" actId="26606"/>
        <pc:sldMkLst>
          <pc:docMk/>
          <pc:sldMk cId="2823472529" sldId="277"/>
        </pc:sldMkLst>
        <pc:spChg chg="del">
          <ac:chgData name="Igor Kotlarz (ik311936)" userId="fd38fa4d-7796-47ed-aa9f-751da2e17049" providerId="ADAL" clId="{48AC1801-D0F9-42DA-94D2-0358C9FAB7AE}" dt="2025-05-26T18:16:49.591" v="644" actId="26606"/>
          <ac:spMkLst>
            <pc:docMk/>
            <pc:sldMk cId="2823472529" sldId="277"/>
            <ac:spMk id="2" creationId="{38151B9B-1BAE-0B52-B6CD-2794B1215A70}"/>
          </ac:spMkLst>
        </pc:spChg>
        <pc:spChg chg="del">
          <ac:chgData name="Igor Kotlarz (ik311936)" userId="fd38fa4d-7796-47ed-aa9f-751da2e17049" providerId="ADAL" clId="{48AC1801-D0F9-42DA-94D2-0358C9FAB7AE}" dt="2025-05-26T18:16:23.103" v="635" actId="931"/>
          <ac:spMkLst>
            <pc:docMk/>
            <pc:sldMk cId="2823472529" sldId="277"/>
            <ac:spMk id="3" creationId="{EA7B9326-AAF8-BBCF-6C6F-4F48B8E7BFFC}"/>
          </ac:spMkLst>
        </pc:spChg>
        <pc:picChg chg="add mod">
          <ac:chgData name="Igor Kotlarz (ik311936)" userId="fd38fa4d-7796-47ed-aa9f-751da2e17049" providerId="ADAL" clId="{48AC1801-D0F9-42DA-94D2-0358C9FAB7AE}" dt="2025-05-26T18:16:49.591" v="644" actId="26606"/>
          <ac:picMkLst>
            <pc:docMk/>
            <pc:sldMk cId="2823472529" sldId="277"/>
            <ac:picMk id="5" creationId="{1E023D26-F381-25C4-857B-107FB11D8CDE}"/>
          </ac:picMkLst>
        </pc:picChg>
      </pc:sldChg>
      <pc:sldChg chg="addSp modSp new mod setBg">
        <pc:chgData name="Igor Kotlarz (ik311936)" userId="fd38fa4d-7796-47ed-aa9f-751da2e17049" providerId="ADAL" clId="{48AC1801-D0F9-42DA-94D2-0358C9FAB7AE}" dt="2025-05-26T20:17:39.490" v="3014" actId="20577"/>
        <pc:sldMkLst>
          <pc:docMk/>
          <pc:sldMk cId="3990319271" sldId="278"/>
        </pc:sldMkLst>
        <pc:spChg chg="mod">
          <ac:chgData name="Igor Kotlarz (ik311936)" userId="fd38fa4d-7796-47ed-aa9f-751da2e17049" providerId="ADAL" clId="{48AC1801-D0F9-42DA-94D2-0358C9FAB7AE}" dt="2025-05-26T20:11:46.954" v="2800" actId="26606"/>
          <ac:spMkLst>
            <pc:docMk/>
            <pc:sldMk cId="3990319271" sldId="278"/>
            <ac:spMk id="2" creationId="{9693AC90-D200-BE70-5AB7-D38C1C8706C3}"/>
          </ac:spMkLst>
        </pc:spChg>
        <pc:spChg chg="mod">
          <ac:chgData name="Igor Kotlarz (ik311936)" userId="fd38fa4d-7796-47ed-aa9f-751da2e17049" providerId="ADAL" clId="{48AC1801-D0F9-42DA-94D2-0358C9FAB7AE}" dt="2025-05-26T20:17:39.490" v="3014" actId="20577"/>
          <ac:spMkLst>
            <pc:docMk/>
            <pc:sldMk cId="3990319271" sldId="278"/>
            <ac:spMk id="3" creationId="{A98F20F2-6150-8C7F-1909-E24DAC363EAF}"/>
          </ac:spMkLst>
        </pc:spChg>
        <pc:spChg chg="add">
          <ac:chgData name="Igor Kotlarz (ik311936)" userId="fd38fa4d-7796-47ed-aa9f-751da2e17049" providerId="ADAL" clId="{48AC1801-D0F9-42DA-94D2-0358C9FAB7AE}" dt="2025-05-26T20:11:46.954" v="2800" actId="26606"/>
          <ac:spMkLst>
            <pc:docMk/>
            <pc:sldMk cId="3990319271" sldId="278"/>
            <ac:spMk id="8" creationId="{18873D23-2DCF-4B31-A009-95721C06E8E1}"/>
          </ac:spMkLst>
        </pc:spChg>
        <pc:spChg chg="add">
          <ac:chgData name="Igor Kotlarz (ik311936)" userId="fd38fa4d-7796-47ed-aa9f-751da2e17049" providerId="ADAL" clId="{48AC1801-D0F9-42DA-94D2-0358C9FAB7AE}" dt="2025-05-26T20:11:46.954" v="2800" actId="26606"/>
          <ac:spMkLst>
            <pc:docMk/>
            <pc:sldMk cId="3990319271" sldId="278"/>
            <ac:spMk id="10" creationId="{C13EF075-D4EF-4929-ADBC-91B27DA19955}"/>
          </ac:spMkLst>
        </pc:spChg>
        <pc:grpChg chg="add">
          <ac:chgData name="Igor Kotlarz (ik311936)" userId="fd38fa4d-7796-47ed-aa9f-751da2e17049" providerId="ADAL" clId="{48AC1801-D0F9-42DA-94D2-0358C9FAB7AE}" dt="2025-05-26T20:11:46.954" v="2800" actId="26606"/>
          <ac:grpSpMkLst>
            <pc:docMk/>
            <pc:sldMk cId="3990319271" sldId="278"/>
            <ac:grpSpMk id="12" creationId="{DAA26DFA-AAB2-4973-9C17-16D587C7B198}"/>
          </ac:grpSpMkLst>
        </pc:grpChg>
      </pc:sldChg>
      <pc:sldChg chg="addSp modSp new mod setBg">
        <pc:chgData name="Igor Kotlarz (ik311936)" userId="fd38fa4d-7796-47ed-aa9f-751da2e17049" providerId="ADAL" clId="{48AC1801-D0F9-42DA-94D2-0358C9FAB7AE}" dt="2025-05-26T20:13:03.968" v="2812" actId="20577"/>
        <pc:sldMkLst>
          <pc:docMk/>
          <pc:sldMk cId="1186587279" sldId="279"/>
        </pc:sldMkLst>
        <pc:spChg chg="mod">
          <ac:chgData name="Igor Kotlarz (ik311936)" userId="fd38fa4d-7796-47ed-aa9f-751da2e17049" providerId="ADAL" clId="{48AC1801-D0F9-42DA-94D2-0358C9FAB7AE}" dt="2025-05-26T20:13:03.968" v="2812" actId="20577"/>
          <ac:spMkLst>
            <pc:docMk/>
            <pc:sldMk cId="1186587279" sldId="279"/>
            <ac:spMk id="2" creationId="{37FB8ACE-D705-85FB-5B83-C1318A056E59}"/>
          </ac:spMkLst>
        </pc:spChg>
        <pc:spChg chg="mod">
          <ac:chgData name="Igor Kotlarz (ik311936)" userId="fd38fa4d-7796-47ed-aa9f-751da2e17049" providerId="ADAL" clId="{48AC1801-D0F9-42DA-94D2-0358C9FAB7AE}" dt="2025-05-26T20:12:34.815" v="2807" actId="255"/>
          <ac:spMkLst>
            <pc:docMk/>
            <pc:sldMk cId="1186587279" sldId="279"/>
            <ac:spMk id="3" creationId="{F63568F6-63A2-9B2F-01C7-6B1E2CBC5889}"/>
          </ac:spMkLst>
        </pc:spChg>
        <pc:spChg chg="add">
          <ac:chgData name="Igor Kotlarz (ik311936)" userId="fd38fa4d-7796-47ed-aa9f-751da2e17049" providerId="ADAL" clId="{48AC1801-D0F9-42DA-94D2-0358C9FAB7AE}" dt="2025-05-26T20:12:24.720" v="2804" actId="26606"/>
          <ac:spMkLst>
            <pc:docMk/>
            <pc:sldMk cId="1186587279" sldId="279"/>
            <ac:spMk id="8" creationId="{18873D23-2DCF-4B31-A009-95721C06E8E1}"/>
          </ac:spMkLst>
        </pc:spChg>
        <pc:spChg chg="add">
          <ac:chgData name="Igor Kotlarz (ik311936)" userId="fd38fa4d-7796-47ed-aa9f-751da2e17049" providerId="ADAL" clId="{48AC1801-D0F9-42DA-94D2-0358C9FAB7AE}" dt="2025-05-26T20:12:24.720" v="2804" actId="26606"/>
          <ac:spMkLst>
            <pc:docMk/>
            <pc:sldMk cId="1186587279" sldId="279"/>
            <ac:spMk id="10" creationId="{C13EF075-D4EF-4929-ADBC-91B27DA19955}"/>
          </ac:spMkLst>
        </pc:spChg>
        <pc:grpChg chg="add">
          <ac:chgData name="Igor Kotlarz (ik311936)" userId="fd38fa4d-7796-47ed-aa9f-751da2e17049" providerId="ADAL" clId="{48AC1801-D0F9-42DA-94D2-0358C9FAB7AE}" dt="2025-05-26T20:12:24.720" v="2804" actId="26606"/>
          <ac:grpSpMkLst>
            <pc:docMk/>
            <pc:sldMk cId="1186587279" sldId="279"/>
            <ac:grpSpMk id="12" creationId="{DAA26DFA-AAB2-4973-9C17-16D587C7B198}"/>
          </ac:grpSpMkLst>
        </pc:grpChg>
      </pc:sldChg>
      <pc:sldChg chg="addSp delSp modSp new mod setBg">
        <pc:chgData name="Igor Kotlarz (ik311936)" userId="fd38fa4d-7796-47ed-aa9f-751da2e17049" providerId="ADAL" clId="{48AC1801-D0F9-42DA-94D2-0358C9FAB7AE}" dt="2025-05-26T19:17:19.745" v="2025" actId="14100"/>
        <pc:sldMkLst>
          <pc:docMk/>
          <pc:sldMk cId="1858986695" sldId="280"/>
        </pc:sldMkLst>
        <pc:spChg chg="mod">
          <ac:chgData name="Igor Kotlarz (ik311936)" userId="fd38fa4d-7796-47ed-aa9f-751da2e17049" providerId="ADAL" clId="{48AC1801-D0F9-42DA-94D2-0358C9FAB7AE}" dt="2025-05-26T19:09:25.782" v="1972" actId="1076"/>
          <ac:spMkLst>
            <pc:docMk/>
            <pc:sldMk cId="1858986695" sldId="280"/>
            <ac:spMk id="2" creationId="{4DD23E95-4882-8241-36C3-2B7026D9ECF1}"/>
          </ac:spMkLst>
        </pc:spChg>
        <pc:spChg chg="del">
          <ac:chgData name="Igor Kotlarz (ik311936)" userId="fd38fa4d-7796-47ed-aa9f-751da2e17049" providerId="ADAL" clId="{48AC1801-D0F9-42DA-94D2-0358C9FAB7AE}" dt="2025-05-26T19:07:23.456" v="1954" actId="931"/>
          <ac:spMkLst>
            <pc:docMk/>
            <pc:sldMk cId="1858986695" sldId="280"/>
            <ac:spMk id="3" creationId="{A29FAECB-DF49-C921-4784-85F29C5C779A}"/>
          </ac:spMkLst>
        </pc:spChg>
        <pc:spChg chg="add del mod">
          <ac:chgData name="Igor Kotlarz (ik311936)" userId="fd38fa4d-7796-47ed-aa9f-751da2e17049" providerId="ADAL" clId="{48AC1801-D0F9-42DA-94D2-0358C9FAB7AE}" dt="2025-05-26T19:14:54.186" v="1990" actId="931"/>
          <ac:spMkLst>
            <pc:docMk/>
            <pc:sldMk cId="1858986695" sldId="280"/>
            <ac:spMk id="9" creationId="{EF15C308-725B-4A05-FAB8-B793026D9885}"/>
          </ac:spMkLst>
        </pc:spChg>
        <pc:spChg chg="add del">
          <ac:chgData name="Igor Kotlarz (ik311936)" userId="fd38fa4d-7796-47ed-aa9f-751da2e17049" providerId="ADAL" clId="{48AC1801-D0F9-42DA-94D2-0358C9FAB7AE}" dt="2025-05-26T19:09:07.419" v="1967" actId="26606"/>
          <ac:spMkLst>
            <pc:docMk/>
            <pc:sldMk cId="1858986695" sldId="280"/>
            <ac:spMk id="12" creationId="{022BDE4A-8A20-4A69-9C5A-581C82036A4D}"/>
          </ac:spMkLst>
        </pc:spChg>
        <pc:spChg chg="add del mod">
          <ac:chgData name="Igor Kotlarz (ik311936)" userId="fd38fa4d-7796-47ed-aa9f-751da2e17049" providerId="ADAL" clId="{48AC1801-D0F9-42DA-94D2-0358C9FAB7AE}" dt="2025-05-26T19:15:55.978" v="1999" actId="931"/>
          <ac:spMkLst>
            <pc:docMk/>
            <pc:sldMk cId="1858986695" sldId="280"/>
            <ac:spMk id="14" creationId="{8201EEA0-32AB-173E-1EAF-77F894A4EBFF}"/>
          </ac:spMkLst>
        </pc:spChg>
        <pc:spChg chg="add">
          <ac:chgData name="Igor Kotlarz (ik311936)" userId="fd38fa4d-7796-47ed-aa9f-751da2e17049" providerId="ADAL" clId="{48AC1801-D0F9-42DA-94D2-0358C9FAB7AE}" dt="2025-05-26T19:09:07.419" v="1967" actId="26606"/>
          <ac:spMkLst>
            <pc:docMk/>
            <pc:sldMk cId="1858986695" sldId="280"/>
            <ac:spMk id="17" creationId="{022BDE4A-8A20-4A69-9C5A-581C82036A4D}"/>
          </ac:spMkLst>
        </pc:spChg>
        <pc:picChg chg="add del mod">
          <ac:chgData name="Igor Kotlarz (ik311936)" userId="fd38fa4d-7796-47ed-aa9f-751da2e17049" providerId="ADAL" clId="{48AC1801-D0F9-42DA-94D2-0358C9FAB7AE}" dt="2025-05-26T19:14:41.508" v="1988" actId="478"/>
          <ac:picMkLst>
            <pc:docMk/>
            <pc:sldMk cId="1858986695" sldId="280"/>
            <ac:picMk id="5" creationId="{35817A36-174D-8786-75D4-467758F8B2DB}"/>
          </ac:picMkLst>
        </pc:picChg>
        <pc:picChg chg="add del mod">
          <ac:chgData name="Igor Kotlarz (ik311936)" userId="fd38fa4d-7796-47ed-aa9f-751da2e17049" providerId="ADAL" clId="{48AC1801-D0F9-42DA-94D2-0358C9FAB7AE}" dt="2025-05-26T19:14:45.048" v="1989" actId="478"/>
          <ac:picMkLst>
            <pc:docMk/>
            <pc:sldMk cId="1858986695" sldId="280"/>
            <ac:picMk id="7" creationId="{DCCC29A2-615A-E75B-21D1-F96BD31E858C}"/>
          </ac:picMkLst>
        </pc:picChg>
        <pc:picChg chg="add del mod">
          <ac:chgData name="Igor Kotlarz (ik311936)" userId="fd38fa4d-7796-47ed-aa9f-751da2e17049" providerId="ADAL" clId="{48AC1801-D0F9-42DA-94D2-0358C9FAB7AE}" dt="2025-05-26T19:15:49.837" v="1998" actId="478"/>
          <ac:picMkLst>
            <pc:docMk/>
            <pc:sldMk cId="1858986695" sldId="280"/>
            <ac:picMk id="11" creationId="{D3398F62-D474-A75D-1871-2A0A30362E03}"/>
          </ac:picMkLst>
        </pc:picChg>
        <pc:picChg chg="add mod">
          <ac:chgData name="Igor Kotlarz (ik311936)" userId="fd38fa4d-7796-47ed-aa9f-751da2e17049" providerId="ADAL" clId="{48AC1801-D0F9-42DA-94D2-0358C9FAB7AE}" dt="2025-05-26T19:17:19.745" v="2025" actId="14100"/>
          <ac:picMkLst>
            <pc:docMk/>
            <pc:sldMk cId="1858986695" sldId="280"/>
            <ac:picMk id="16" creationId="{14F949EE-EEF9-513C-AF2A-AF09C328F6C7}"/>
          </ac:picMkLst>
        </pc:picChg>
      </pc:sldChg>
      <pc:sldChg chg="addSp delSp modSp new mod">
        <pc:chgData name="Igor Kotlarz (ik311936)" userId="fd38fa4d-7796-47ed-aa9f-751da2e17049" providerId="ADAL" clId="{48AC1801-D0F9-42DA-94D2-0358C9FAB7AE}" dt="2025-05-26T19:23:31.432" v="2028" actId="1076"/>
        <pc:sldMkLst>
          <pc:docMk/>
          <pc:sldMk cId="3273257266" sldId="281"/>
        </pc:sldMkLst>
        <pc:spChg chg="mod">
          <ac:chgData name="Igor Kotlarz (ik311936)" userId="fd38fa4d-7796-47ed-aa9f-751da2e17049" providerId="ADAL" clId="{48AC1801-D0F9-42DA-94D2-0358C9FAB7AE}" dt="2025-05-26T19:11:37.101" v="1987" actId="5793"/>
          <ac:spMkLst>
            <pc:docMk/>
            <pc:sldMk cId="3273257266" sldId="281"/>
            <ac:spMk id="2" creationId="{B7EB5611-E6E2-D69D-5426-DCDB654D6A4F}"/>
          </ac:spMkLst>
        </pc:spChg>
        <pc:spChg chg="del">
          <ac:chgData name="Igor Kotlarz (ik311936)" userId="fd38fa4d-7796-47ed-aa9f-751da2e17049" providerId="ADAL" clId="{48AC1801-D0F9-42DA-94D2-0358C9FAB7AE}" dt="2025-05-26T19:23:25.633" v="2026" actId="22"/>
          <ac:spMkLst>
            <pc:docMk/>
            <pc:sldMk cId="3273257266" sldId="281"/>
            <ac:spMk id="3" creationId="{DDCDE633-0855-D392-12D1-140C341D9308}"/>
          </ac:spMkLst>
        </pc:spChg>
        <pc:picChg chg="add mod ord">
          <ac:chgData name="Igor Kotlarz (ik311936)" userId="fd38fa4d-7796-47ed-aa9f-751da2e17049" providerId="ADAL" clId="{48AC1801-D0F9-42DA-94D2-0358C9FAB7AE}" dt="2025-05-26T19:23:31.432" v="2028" actId="1076"/>
          <ac:picMkLst>
            <pc:docMk/>
            <pc:sldMk cId="3273257266" sldId="281"/>
            <ac:picMk id="5" creationId="{A855F244-44B8-215F-118C-B0C72192FB8E}"/>
          </ac:picMkLst>
        </pc:picChg>
      </pc:sldChg>
      <pc:sldChg chg="modSp add mod ord">
        <pc:chgData name="Igor Kotlarz (ik311936)" userId="fd38fa4d-7796-47ed-aa9f-751da2e17049" providerId="ADAL" clId="{48AC1801-D0F9-42DA-94D2-0358C9FAB7AE}" dt="2025-05-26T18:32:18.065" v="1602" actId="3062"/>
        <pc:sldMkLst>
          <pc:docMk/>
          <pc:sldMk cId="3348426482" sldId="282"/>
        </pc:sldMkLst>
        <pc:spChg chg="mod">
          <ac:chgData name="Igor Kotlarz (ik311936)" userId="fd38fa4d-7796-47ed-aa9f-751da2e17049" providerId="ADAL" clId="{48AC1801-D0F9-42DA-94D2-0358C9FAB7AE}" dt="2025-05-26T18:30:00.597" v="1596" actId="20577"/>
          <ac:spMkLst>
            <pc:docMk/>
            <pc:sldMk cId="3348426482" sldId="282"/>
            <ac:spMk id="2" creationId="{B81ABF73-44D6-6D7B-5FD4-C9E684805047}"/>
          </ac:spMkLst>
        </pc:spChg>
        <pc:spChg chg="mod">
          <ac:chgData name="Igor Kotlarz (ik311936)" userId="fd38fa4d-7796-47ed-aa9f-751da2e17049" providerId="ADAL" clId="{48AC1801-D0F9-42DA-94D2-0358C9FAB7AE}" dt="2025-05-26T18:32:18.065" v="1602" actId="3062"/>
          <ac:spMkLst>
            <pc:docMk/>
            <pc:sldMk cId="3348426482" sldId="282"/>
            <ac:spMk id="3" creationId="{5744DDDE-7D27-2F06-B69A-01A4BEFBD990}"/>
          </ac:spMkLst>
        </pc:spChg>
        <pc:graphicFrameChg chg="modGraphic">
          <ac:chgData name="Igor Kotlarz (ik311936)" userId="fd38fa4d-7796-47ed-aa9f-751da2e17049" providerId="ADAL" clId="{48AC1801-D0F9-42DA-94D2-0358C9FAB7AE}" dt="2025-05-26T18:24:54.325" v="986" actId="3062"/>
          <ac:graphicFrameMkLst>
            <pc:docMk/>
            <pc:sldMk cId="3348426482" sldId="282"/>
            <ac:graphicFrameMk id="4" creationId="{64D55886-2813-25E4-8EF6-A842CDBD7705}"/>
          </ac:graphicFrameMkLst>
        </pc:graphicFrameChg>
      </pc:sldChg>
      <pc:sldChg chg="addSp delSp modSp add mod">
        <pc:chgData name="Igor Kotlarz (ik311936)" userId="fd38fa4d-7796-47ed-aa9f-751da2e17049" providerId="ADAL" clId="{48AC1801-D0F9-42DA-94D2-0358C9FAB7AE}" dt="2025-05-26T19:17:16.625" v="2024" actId="14100"/>
        <pc:sldMkLst>
          <pc:docMk/>
          <pc:sldMk cId="2853223957" sldId="283"/>
        </pc:sldMkLst>
        <pc:spChg chg="add del mod">
          <ac:chgData name="Igor Kotlarz (ik311936)" userId="fd38fa4d-7796-47ed-aa9f-751da2e17049" providerId="ADAL" clId="{48AC1801-D0F9-42DA-94D2-0358C9FAB7AE}" dt="2025-05-26T19:16:51.240" v="2016" actId="931"/>
          <ac:spMkLst>
            <pc:docMk/>
            <pc:sldMk cId="2853223957" sldId="283"/>
            <ac:spMk id="6" creationId="{18CBE29E-A177-EDDC-9613-0FF2BBF89849}"/>
          </ac:spMkLst>
        </pc:spChg>
        <pc:picChg chg="add del mod">
          <ac:chgData name="Igor Kotlarz (ik311936)" userId="fd38fa4d-7796-47ed-aa9f-751da2e17049" providerId="ADAL" clId="{48AC1801-D0F9-42DA-94D2-0358C9FAB7AE}" dt="2025-05-26T19:16:38.778" v="2014" actId="478"/>
          <ac:picMkLst>
            <pc:docMk/>
            <pc:sldMk cId="2853223957" sldId="283"/>
            <ac:picMk id="4" creationId="{C554C6FF-1ED7-48F5-E149-A8C022932F14}"/>
          </ac:picMkLst>
        </pc:picChg>
        <pc:picChg chg="add mod">
          <ac:chgData name="Igor Kotlarz (ik311936)" userId="fd38fa4d-7796-47ed-aa9f-751da2e17049" providerId="ADAL" clId="{48AC1801-D0F9-42DA-94D2-0358C9FAB7AE}" dt="2025-05-26T19:17:16.625" v="2024" actId="14100"/>
          <ac:picMkLst>
            <pc:docMk/>
            <pc:sldMk cId="2853223957" sldId="283"/>
            <ac:picMk id="8" creationId="{4518FE89-35A3-7646-075F-22879315ACC7}"/>
          </ac:picMkLst>
        </pc:picChg>
        <pc:picChg chg="del">
          <ac:chgData name="Igor Kotlarz (ik311936)" userId="fd38fa4d-7796-47ed-aa9f-751da2e17049" providerId="ADAL" clId="{48AC1801-D0F9-42DA-94D2-0358C9FAB7AE}" dt="2025-05-26T19:16:40.111" v="2015" actId="478"/>
          <ac:picMkLst>
            <pc:docMk/>
            <pc:sldMk cId="2853223957" sldId="283"/>
            <ac:picMk id="16" creationId="{9BE58526-F609-E97B-4700-5187CEE97189}"/>
          </ac:picMkLst>
        </pc:picChg>
      </pc:sldChg>
      <pc:sldChg chg="modSp new del mod ord">
        <pc:chgData name="Igor Kotlarz (ik311936)" userId="fd38fa4d-7796-47ed-aa9f-751da2e17049" providerId="ADAL" clId="{48AC1801-D0F9-42DA-94D2-0358C9FAB7AE}" dt="2025-05-26T19:57:55.037" v="2686" actId="2696"/>
        <pc:sldMkLst>
          <pc:docMk/>
          <pc:sldMk cId="3183380240" sldId="284"/>
        </pc:sldMkLst>
        <pc:spChg chg="mod">
          <ac:chgData name="Igor Kotlarz (ik311936)" userId="fd38fa4d-7796-47ed-aa9f-751da2e17049" providerId="ADAL" clId="{48AC1801-D0F9-42DA-94D2-0358C9FAB7AE}" dt="2025-05-26T19:31:09.215" v="2052" actId="20577"/>
          <ac:spMkLst>
            <pc:docMk/>
            <pc:sldMk cId="3183380240" sldId="284"/>
            <ac:spMk id="2" creationId="{2346A036-AF5E-9459-DF81-D462EB878076}"/>
          </ac:spMkLst>
        </pc:spChg>
      </pc:sldChg>
      <pc:sldChg chg="addSp delSp modSp new mod setBg">
        <pc:chgData name="Igor Kotlarz (ik311936)" userId="fd38fa4d-7796-47ed-aa9f-751da2e17049" providerId="ADAL" clId="{48AC1801-D0F9-42DA-94D2-0358C9FAB7AE}" dt="2025-05-26T19:32:37.553" v="2158" actId="1076"/>
        <pc:sldMkLst>
          <pc:docMk/>
          <pc:sldMk cId="3218874026" sldId="285"/>
        </pc:sldMkLst>
        <pc:spChg chg="mod">
          <ac:chgData name="Igor Kotlarz (ik311936)" userId="fd38fa4d-7796-47ed-aa9f-751da2e17049" providerId="ADAL" clId="{48AC1801-D0F9-42DA-94D2-0358C9FAB7AE}" dt="2025-05-26T19:32:25.093" v="2154" actId="20577"/>
          <ac:spMkLst>
            <pc:docMk/>
            <pc:sldMk cId="3218874026" sldId="285"/>
            <ac:spMk id="2" creationId="{AA4813D3-5B1B-71FD-D5DA-32DF5DC54042}"/>
          </ac:spMkLst>
        </pc:spChg>
        <pc:spChg chg="add del">
          <ac:chgData name="Igor Kotlarz (ik311936)" userId="fd38fa4d-7796-47ed-aa9f-751da2e17049" providerId="ADAL" clId="{48AC1801-D0F9-42DA-94D2-0358C9FAB7AE}" dt="2025-05-26T19:32:03.405" v="2096"/>
          <ac:spMkLst>
            <pc:docMk/>
            <pc:sldMk cId="3218874026" sldId="285"/>
            <ac:spMk id="3" creationId="{A50347C5-B268-47DD-320F-496B8F743041}"/>
          </ac:spMkLst>
        </pc:spChg>
        <pc:spChg chg="add del">
          <ac:chgData name="Igor Kotlarz (ik311936)" userId="fd38fa4d-7796-47ed-aa9f-751da2e17049" providerId="ADAL" clId="{48AC1801-D0F9-42DA-94D2-0358C9FAB7AE}" dt="2025-05-26T19:31:41.898" v="2088" actId="26606"/>
          <ac:spMkLst>
            <pc:docMk/>
            <pc:sldMk cId="3218874026" sldId="285"/>
            <ac:spMk id="8" creationId="{7800935C-C742-624C-C31E-00CACBB15E4B}"/>
          </ac:spMkLst>
        </pc:spChg>
        <pc:spChg chg="add del">
          <ac:chgData name="Igor Kotlarz (ik311936)" userId="fd38fa4d-7796-47ed-aa9f-751da2e17049" providerId="ADAL" clId="{48AC1801-D0F9-42DA-94D2-0358C9FAB7AE}" dt="2025-05-26T19:31:45.386" v="2092" actId="26606"/>
          <ac:spMkLst>
            <pc:docMk/>
            <pc:sldMk cId="3218874026" sldId="285"/>
            <ac:spMk id="9" creationId="{665DBBEF-238B-476B-96AB-8AAC3224ECEA}"/>
          </ac:spMkLst>
        </pc:spChg>
        <pc:spChg chg="add del">
          <ac:chgData name="Igor Kotlarz (ik311936)" userId="fd38fa4d-7796-47ed-aa9f-751da2e17049" providerId="ADAL" clId="{48AC1801-D0F9-42DA-94D2-0358C9FAB7AE}" dt="2025-05-26T19:31:41.898" v="2088" actId="26606"/>
          <ac:spMkLst>
            <pc:docMk/>
            <pc:sldMk cId="3218874026" sldId="285"/>
            <ac:spMk id="11" creationId="{3EEB8ED6-9142-4A11-B029-18DDE98C4952}"/>
          </ac:spMkLst>
        </pc:spChg>
        <pc:spChg chg="add del">
          <ac:chgData name="Igor Kotlarz (ik311936)" userId="fd38fa4d-7796-47ed-aa9f-751da2e17049" providerId="ADAL" clId="{48AC1801-D0F9-42DA-94D2-0358C9FAB7AE}" dt="2025-05-26T19:31:44.338" v="2090" actId="26606"/>
          <ac:spMkLst>
            <pc:docMk/>
            <pc:sldMk cId="3218874026" sldId="285"/>
            <ac:spMk id="13" creationId="{3E23A947-2D45-4208-AE2B-64948C87A3EB}"/>
          </ac:spMkLst>
        </pc:spChg>
        <pc:spChg chg="add del">
          <ac:chgData name="Igor Kotlarz (ik311936)" userId="fd38fa4d-7796-47ed-aa9f-751da2e17049" providerId="ADAL" clId="{48AC1801-D0F9-42DA-94D2-0358C9FAB7AE}" dt="2025-05-26T19:31:44.338" v="2090" actId="26606"/>
          <ac:spMkLst>
            <pc:docMk/>
            <pc:sldMk cId="3218874026" sldId="285"/>
            <ac:spMk id="14" creationId="{E45CA849-654C-4173-AD99-B3A2528275F5}"/>
          </ac:spMkLst>
        </pc:spChg>
        <pc:spChg chg="add del">
          <ac:chgData name="Igor Kotlarz (ik311936)" userId="fd38fa4d-7796-47ed-aa9f-751da2e17049" providerId="ADAL" clId="{48AC1801-D0F9-42DA-94D2-0358C9FAB7AE}" dt="2025-05-26T19:31:44.338" v="2090" actId="26606"/>
          <ac:spMkLst>
            <pc:docMk/>
            <pc:sldMk cId="3218874026" sldId="285"/>
            <ac:spMk id="15" creationId="{E5BBB0F9-6A59-4D02-A9C7-A2D6516684CE}"/>
          </ac:spMkLst>
        </pc:spChg>
        <pc:spChg chg="add del">
          <ac:chgData name="Igor Kotlarz (ik311936)" userId="fd38fa4d-7796-47ed-aa9f-751da2e17049" providerId="ADAL" clId="{48AC1801-D0F9-42DA-94D2-0358C9FAB7AE}" dt="2025-05-26T19:31:44.338" v="2090" actId="26606"/>
          <ac:spMkLst>
            <pc:docMk/>
            <pc:sldMk cId="3218874026" sldId="285"/>
            <ac:spMk id="16" creationId="{643B36D3-C0EA-456E-8F52-4607DF14CA0C}"/>
          </ac:spMkLst>
        </pc:spChg>
        <pc:spChg chg="add del">
          <ac:chgData name="Igor Kotlarz (ik311936)" userId="fd38fa4d-7796-47ed-aa9f-751da2e17049" providerId="ADAL" clId="{48AC1801-D0F9-42DA-94D2-0358C9FAB7AE}" dt="2025-05-26T19:31:45.386" v="2092" actId="26606"/>
          <ac:spMkLst>
            <pc:docMk/>
            <pc:sldMk cId="3218874026" sldId="285"/>
            <ac:spMk id="18" creationId="{3FCFB1DE-0B7E-48CC-BA90-B2AB0889F9D6}"/>
          </ac:spMkLst>
        </pc:spChg>
        <pc:spChg chg="add del">
          <ac:chgData name="Igor Kotlarz (ik311936)" userId="fd38fa4d-7796-47ed-aa9f-751da2e17049" providerId="ADAL" clId="{48AC1801-D0F9-42DA-94D2-0358C9FAB7AE}" dt="2025-05-26T19:32:01.374" v="2094" actId="26606"/>
          <ac:spMkLst>
            <pc:docMk/>
            <pc:sldMk cId="3218874026" sldId="285"/>
            <ac:spMk id="20" creationId="{6753252F-4873-4F63-801D-CC719279A7D5}"/>
          </ac:spMkLst>
        </pc:spChg>
        <pc:spChg chg="add del">
          <ac:chgData name="Igor Kotlarz (ik311936)" userId="fd38fa4d-7796-47ed-aa9f-751da2e17049" providerId="ADAL" clId="{48AC1801-D0F9-42DA-94D2-0358C9FAB7AE}" dt="2025-05-26T19:32:01.374" v="2094" actId="26606"/>
          <ac:spMkLst>
            <pc:docMk/>
            <pc:sldMk cId="3218874026" sldId="285"/>
            <ac:spMk id="21" creationId="{047C8CCB-F95D-4249-92DD-651249D3535A}"/>
          </ac:spMkLst>
        </pc:spChg>
        <pc:picChg chg="add mod">
          <ac:chgData name="Igor Kotlarz (ik311936)" userId="fd38fa4d-7796-47ed-aa9f-751da2e17049" providerId="ADAL" clId="{48AC1801-D0F9-42DA-94D2-0358C9FAB7AE}" dt="2025-05-26T19:32:37.553" v="2158" actId="1076"/>
          <ac:picMkLst>
            <pc:docMk/>
            <pc:sldMk cId="3218874026" sldId="285"/>
            <ac:picMk id="4" creationId="{2753FC35-4E2A-D988-117E-2767460D0830}"/>
          </ac:picMkLst>
        </pc:picChg>
      </pc:sldChg>
      <pc:sldChg chg="addSp delSp modSp add mod">
        <pc:chgData name="Igor Kotlarz (ik311936)" userId="fd38fa4d-7796-47ed-aa9f-751da2e17049" providerId="ADAL" clId="{48AC1801-D0F9-42DA-94D2-0358C9FAB7AE}" dt="2025-05-26T19:33:08.346" v="2165" actId="1076"/>
        <pc:sldMkLst>
          <pc:docMk/>
          <pc:sldMk cId="332222916" sldId="286"/>
        </pc:sldMkLst>
        <pc:spChg chg="add del mod">
          <ac:chgData name="Igor Kotlarz (ik311936)" userId="fd38fa4d-7796-47ed-aa9f-751da2e17049" providerId="ADAL" clId="{48AC1801-D0F9-42DA-94D2-0358C9FAB7AE}" dt="2025-05-26T19:32:59.618" v="2161"/>
          <ac:spMkLst>
            <pc:docMk/>
            <pc:sldMk cId="332222916" sldId="286"/>
            <ac:spMk id="5" creationId="{2FF31884-9A3F-B0A0-1D65-0EA56C7025A9}"/>
          </ac:spMkLst>
        </pc:spChg>
        <pc:picChg chg="del">
          <ac:chgData name="Igor Kotlarz (ik311936)" userId="fd38fa4d-7796-47ed-aa9f-751da2e17049" providerId="ADAL" clId="{48AC1801-D0F9-42DA-94D2-0358C9FAB7AE}" dt="2025-05-26T19:32:51.528" v="2160" actId="478"/>
          <ac:picMkLst>
            <pc:docMk/>
            <pc:sldMk cId="332222916" sldId="286"/>
            <ac:picMk id="4" creationId="{D921F72C-B583-BBD8-09D8-34E51AEAE222}"/>
          </ac:picMkLst>
        </pc:picChg>
        <pc:picChg chg="add mod">
          <ac:chgData name="Igor Kotlarz (ik311936)" userId="fd38fa4d-7796-47ed-aa9f-751da2e17049" providerId="ADAL" clId="{48AC1801-D0F9-42DA-94D2-0358C9FAB7AE}" dt="2025-05-26T19:33:08.346" v="2165" actId="1076"/>
          <ac:picMkLst>
            <pc:docMk/>
            <pc:sldMk cId="332222916" sldId="286"/>
            <ac:picMk id="6" creationId="{89769933-D4D2-BE08-639F-473EDDA35FD0}"/>
          </ac:picMkLst>
        </pc:picChg>
      </pc:sldChg>
      <pc:sldChg chg="addSp delSp modSp new mod">
        <pc:chgData name="Igor Kotlarz (ik311936)" userId="fd38fa4d-7796-47ed-aa9f-751da2e17049" providerId="ADAL" clId="{48AC1801-D0F9-42DA-94D2-0358C9FAB7AE}" dt="2025-05-26T19:41:09.629" v="2197" actId="1076"/>
        <pc:sldMkLst>
          <pc:docMk/>
          <pc:sldMk cId="155732355" sldId="287"/>
        </pc:sldMkLst>
        <pc:spChg chg="del">
          <ac:chgData name="Igor Kotlarz (ik311936)" userId="fd38fa4d-7796-47ed-aa9f-751da2e17049" providerId="ADAL" clId="{48AC1801-D0F9-42DA-94D2-0358C9FAB7AE}" dt="2025-05-26T19:37:45.282" v="2174" actId="21"/>
          <ac:spMkLst>
            <pc:docMk/>
            <pc:sldMk cId="155732355" sldId="287"/>
            <ac:spMk id="2" creationId="{6167234E-D3A1-3416-79FF-8D1B0A71CD36}"/>
          </ac:spMkLst>
        </pc:spChg>
        <pc:spChg chg="del">
          <ac:chgData name="Igor Kotlarz (ik311936)" userId="fd38fa4d-7796-47ed-aa9f-751da2e17049" providerId="ADAL" clId="{48AC1801-D0F9-42DA-94D2-0358C9FAB7AE}" dt="2025-05-26T19:36:07.364" v="2167" actId="22"/>
          <ac:spMkLst>
            <pc:docMk/>
            <pc:sldMk cId="155732355" sldId="287"/>
            <ac:spMk id="3" creationId="{2093568C-3EF3-3BFE-455A-9078D4E03E45}"/>
          </ac:spMkLst>
        </pc:spChg>
        <pc:picChg chg="add mod ord">
          <ac:chgData name="Igor Kotlarz (ik311936)" userId="fd38fa4d-7796-47ed-aa9f-751da2e17049" providerId="ADAL" clId="{48AC1801-D0F9-42DA-94D2-0358C9FAB7AE}" dt="2025-05-26T19:40:46.893" v="2194" actId="1076"/>
          <ac:picMkLst>
            <pc:docMk/>
            <pc:sldMk cId="155732355" sldId="287"/>
            <ac:picMk id="5" creationId="{C00D58FB-687F-6D5A-A75B-79C81FE3C78B}"/>
          </ac:picMkLst>
        </pc:picChg>
        <pc:picChg chg="add mod">
          <ac:chgData name="Igor Kotlarz (ik311936)" userId="fd38fa4d-7796-47ed-aa9f-751da2e17049" providerId="ADAL" clId="{48AC1801-D0F9-42DA-94D2-0358C9FAB7AE}" dt="2025-05-26T19:40:52.550" v="2195" actId="1076"/>
          <ac:picMkLst>
            <pc:docMk/>
            <pc:sldMk cId="155732355" sldId="287"/>
            <ac:picMk id="7" creationId="{1A0376A0-1031-A74F-D6ED-7172566CEE4F}"/>
          </ac:picMkLst>
        </pc:picChg>
        <pc:picChg chg="add mod">
          <ac:chgData name="Igor Kotlarz (ik311936)" userId="fd38fa4d-7796-47ed-aa9f-751da2e17049" providerId="ADAL" clId="{48AC1801-D0F9-42DA-94D2-0358C9FAB7AE}" dt="2025-05-26T19:40:46.893" v="2194" actId="1076"/>
          <ac:picMkLst>
            <pc:docMk/>
            <pc:sldMk cId="155732355" sldId="287"/>
            <ac:picMk id="9" creationId="{59EBBC22-E0F6-9D67-57AA-6158159F2D3F}"/>
          </ac:picMkLst>
        </pc:picChg>
        <pc:picChg chg="add mod">
          <ac:chgData name="Igor Kotlarz (ik311936)" userId="fd38fa4d-7796-47ed-aa9f-751da2e17049" providerId="ADAL" clId="{48AC1801-D0F9-42DA-94D2-0358C9FAB7AE}" dt="2025-05-26T19:41:09.629" v="2197" actId="1076"/>
          <ac:picMkLst>
            <pc:docMk/>
            <pc:sldMk cId="155732355" sldId="287"/>
            <ac:picMk id="11" creationId="{3D16E1B3-13EB-234C-4305-977D85A3D95F}"/>
          </ac:picMkLst>
        </pc:picChg>
      </pc:sldChg>
      <pc:sldChg chg="addSp delSp modSp new mod ord setBg">
        <pc:chgData name="Igor Kotlarz (ik311936)" userId="fd38fa4d-7796-47ed-aa9f-751da2e17049" providerId="ADAL" clId="{48AC1801-D0F9-42DA-94D2-0358C9FAB7AE}" dt="2025-05-26T21:36:37.561" v="4055"/>
        <pc:sldMkLst>
          <pc:docMk/>
          <pc:sldMk cId="1636708050" sldId="288"/>
        </pc:sldMkLst>
        <pc:spChg chg="mod">
          <ac:chgData name="Igor Kotlarz (ik311936)" userId="fd38fa4d-7796-47ed-aa9f-751da2e17049" providerId="ADAL" clId="{48AC1801-D0F9-42DA-94D2-0358C9FAB7AE}" dt="2025-05-26T21:08:51.628" v="3768" actId="26606"/>
          <ac:spMkLst>
            <pc:docMk/>
            <pc:sldMk cId="1636708050" sldId="288"/>
            <ac:spMk id="2" creationId="{B581E777-FA22-9347-7B6B-F2CDB0D8C866}"/>
          </ac:spMkLst>
        </pc:spChg>
        <pc:spChg chg="del mod">
          <ac:chgData name="Igor Kotlarz (ik311936)" userId="fd38fa4d-7796-47ed-aa9f-751da2e17049" providerId="ADAL" clId="{48AC1801-D0F9-42DA-94D2-0358C9FAB7AE}" dt="2025-05-26T21:08:51.628" v="3768" actId="26606"/>
          <ac:spMkLst>
            <pc:docMk/>
            <pc:sldMk cId="1636708050" sldId="288"/>
            <ac:spMk id="3" creationId="{3F9842A9-9B49-BBB9-E28F-7209EFD00900}"/>
          </ac:spMkLst>
        </pc:spChg>
        <pc:spChg chg="add del">
          <ac:chgData name="Igor Kotlarz (ik311936)" userId="fd38fa4d-7796-47ed-aa9f-751da2e17049" providerId="ADAL" clId="{48AC1801-D0F9-42DA-94D2-0358C9FAB7AE}" dt="2025-05-26T21:08:51.628" v="3768" actId="26606"/>
          <ac:spMkLst>
            <pc:docMk/>
            <pc:sldMk cId="1636708050" sldId="288"/>
            <ac:spMk id="8" creationId="{87BF42CA-AD55-48B4-8949-C4DCA60A6AEE}"/>
          </ac:spMkLst>
        </pc:spChg>
        <pc:spChg chg="add del">
          <ac:chgData name="Igor Kotlarz (ik311936)" userId="fd38fa4d-7796-47ed-aa9f-751da2e17049" providerId="ADAL" clId="{48AC1801-D0F9-42DA-94D2-0358C9FAB7AE}" dt="2025-05-26T21:08:51.628" v="3768" actId="26606"/>
          <ac:spMkLst>
            <pc:docMk/>
            <pc:sldMk cId="1636708050" sldId="288"/>
            <ac:spMk id="10" creationId="{66AE1D3D-3106-4CB2-AA7C-0C1642AC0F2E}"/>
          </ac:spMkLst>
        </pc:spChg>
        <pc:spChg chg="add del">
          <ac:chgData name="Igor Kotlarz (ik311936)" userId="fd38fa4d-7796-47ed-aa9f-751da2e17049" providerId="ADAL" clId="{48AC1801-D0F9-42DA-94D2-0358C9FAB7AE}" dt="2025-05-26T21:09:09.482" v="3771" actId="26606"/>
          <ac:spMkLst>
            <pc:docMk/>
            <pc:sldMk cId="1636708050" sldId="288"/>
            <ac:spMk id="23" creationId="{58086AEC-04C2-4BC4-BFB8-0135965C74A8}"/>
          </ac:spMkLst>
        </pc:spChg>
        <pc:spChg chg="add del">
          <ac:chgData name="Igor Kotlarz (ik311936)" userId="fd38fa4d-7796-47ed-aa9f-751da2e17049" providerId="ADAL" clId="{48AC1801-D0F9-42DA-94D2-0358C9FAB7AE}" dt="2025-05-26T21:09:09.482" v="3771" actId="26606"/>
          <ac:spMkLst>
            <pc:docMk/>
            <pc:sldMk cId="1636708050" sldId="288"/>
            <ac:spMk id="25" creationId="{20C3BE3F-B8A9-4DC9-A867-EC91736FAA07}"/>
          </ac:spMkLst>
        </pc:spChg>
        <pc:spChg chg="add del">
          <ac:chgData name="Igor Kotlarz (ik311936)" userId="fd38fa4d-7796-47ed-aa9f-751da2e17049" providerId="ADAL" clId="{48AC1801-D0F9-42DA-94D2-0358C9FAB7AE}" dt="2025-05-26T21:09:09.449" v="3770" actId="26606"/>
          <ac:spMkLst>
            <pc:docMk/>
            <pc:sldMk cId="1636708050" sldId="288"/>
            <ac:spMk id="37" creationId="{58086AEC-04C2-4BC4-BFB8-0135965C74A8}"/>
          </ac:spMkLst>
        </pc:spChg>
        <pc:spChg chg="add del">
          <ac:chgData name="Igor Kotlarz (ik311936)" userId="fd38fa4d-7796-47ed-aa9f-751da2e17049" providerId="ADAL" clId="{48AC1801-D0F9-42DA-94D2-0358C9FAB7AE}" dt="2025-05-26T21:09:09.449" v="3770" actId="26606"/>
          <ac:spMkLst>
            <pc:docMk/>
            <pc:sldMk cId="1636708050" sldId="288"/>
            <ac:spMk id="39" creationId="{20C3BE3F-B8A9-4DC9-A867-EC91736FAA07}"/>
          </ac:spMkLst>
        </pc:spChg>
        <pc:spChg chg="add">
          <ac:chgData name="Igor Kotlarz (ik311936)" userId="fd38fa4d-7796-47ed-aa9f-751da2e17049" providerId="ADAL" clId="{48AC1801-D0F9-42DA-94D2-0358C9FAB7AE}" dt="2025-05-26T21:09:09.482" v="3771" actId="26606"/>
          <ac:spMkLst>
            <pc:docMk/>
            <pc:sldMk cId="1636708050" sldId="288"/>
            <ac:spMk id="48" creationId="{2F3856E9-4239-4EE7-A372-FDCF4882FDF6}"/>
          </ac:spMkLst>
        </pc:spChg>
        <pc:spChg chg="add">
          <ac:chgData name="Igor Kotlarz (ik311936)" userId="fd38fa4d-7796-47ed-aa9f-751da2e17049" providerId="ADAL" clId="{48AC1801-D0F9-42DA-94D2-0358C9FAB7AE}" dt="2025-05-26T21:09:09.482" v="3771" actId="26606"/>
          <ac:spMkLst>
            <pc:docMk/>
            <pc:sldMk cId="1636708050" sldId="288"/>
            <ac:spMk id="49" creationId="{CCC9CDCF-90F8-42B0-BD0A-794C52688098}"/>
          </ac:spMkLst>
        </pc:spChg>
        <pc:grpChg chg="add del">
          <ac:chgData name="Igor Kotlarz (ik311936)" userId="fd38fa4d-7796-47ed-aa9f-751da2e17049" providerId="ADAL" clId="{48AC1801-D0F9-42DA-94D2-0358C9FAB7AE}" dt="2025-05-26T21:08:51.628" v="3768" actId="26606"/>
          <ac:grpSpMkLst>
            <pc:docMk/>
            <pc:sldMk cId="1636708050" sldId="288"/>
            <ac:grpSpMk id="12" creationId="{0A31B6AF-B711-4CDB-8C2B-16E963DDC4C5}"/>
          </ac:grpSpMkLst>
        </pc:grpChg>
        <pc:grpChg chg="add del">
          <ac:chgData name="Igor Kotlarz (ik311936)" userId="fd38fa4d-7796-47ed-aa9f-751da2e17049" providerId="ADAL" clId="{48AC1801-D0F9-42DA-94D2-0358C9FAB7AE}" dt="2025-05-26T21:09:09.482" v="3771" actId="26606"/>
          <ac:grpSpMkLst>
            <pc:docMk/>
            <pc:sldMk cId="1636708050" sldId="288"/>
            <ac:grpSpMk id="27" creationId="{0CA2F3D1-53F2-478B-949B-6D4EA2E4E43E}"/>
          </ac:grpSpMkLst>
        </pc:grpChg>
        <pc:grpChg chg="add del">
          <ac:chgData name="Igor Kotlarz (ik311936)" userId="fd38fa4d-7796-47ed-aa9f-751da2e17049" providerId="ADAL" clId="{48AC1801-D0F9-42DA-94D2-0358C9FAB7AE}" dt="2025-05-26T21:09:09.449" v="3770" actId="26606"/>
          <ac:grpSpMkLst>
            <pc:docMk/>
            <pc:sldMk cId="1636708050" sldId="288"/>
            <ac:grpSpMk id="41" creationId="{0CA2F3D1-53F2-478B-949B-6D4EA2E4E43E}"/>
          </ac:grpSpMkLst>
        </pc:grpChg>
        <pc:grpChg chg="add">
          <ac:chgData name="Igor Kotlarz (ik311936)" userId="fd38fa4d-7796-47ed-aa9f-751da2e17049" providerId="ADAL" clId="{48AC1801-D0F9-42DA-94D2-0358C9FAB7AE}" dt="2025-05-26T21:09:09.482" v="3771" actId="26606"/>
          <ac:grpSpMkLst>
            <pc:docMk/>
            <pc:sldMk cId="1636708050" sldId="288"/>
            <ac:grpSpMk id="50" creationId="{C07D05FE-3FB8-4314-A050-9AB40814D714}"/>
          </ac:grpSpMkLst>
        </pc:grpChg>
        <pc:graphicFrameChg chg="add mod modGraphic">
          <ac:chgData name="Igor Kotlarz (ik311936)" userId="fd38fa4d-7796-47ed-aa9f-751da2e17049" providerId="ADAL" clId="{48AC1801-D0F9-42DA-94D2-0358C9FAB7AE}" dt="2025-05-26T21:09:09.482" v="3771" actId="26606"/>
          <ac:graphicFrameMkLst>
            <pc:docMk/>
            <pc:sldMk cId="1636708050" sldId="288"/>
            <ac:graphicFrameMk id="19" creationId="{68EE7127-FAD7-6586-3399-C01E908A5180}"/>
          </ac:graphicFrameMkLst>
        </pc:graphicFrameChg>
      </pc:sldChg>
      <pc:sldChg chg="modSp new mod">
        <pc:chgData name="Igor Kotlarz (ik311936)" userId="fd38fa4d-7796-47ed-aa9f-751da2e17049" providerId="ADAL" clId="{48AC1801-D0F9-42DA-94D2-0358C9FAB7AE}" dt="2025-05-26T20:05:16.193" v="2723"/>
        <pc:sldMkLst>
          <pc:docMk/>
          <pc:sldMk cId="1347770323" sldId="289"/>
        </pc:sldMkLst>
        <pc:spChg chg="mod">
          <ac:chgData name="Igor Kotlarz (ik311936)" userId="fd38fa4d-7796-47ed-aa9f-751da2e17049" providerId="ADAL" clId="{48AC1801-D0F9-42DA-94D2-0358C9FAB7AE}" dt="2025-05-26T19:57:23.465" v="2685" actId="20577"/>
          <ac:spMkLst>
            <pc:docMk/>
            <pc:sldMk cId="1347770323" sldId="289"/>
            <ac:spMk id="2" creationId="{F170BF00-F74B-F89C-C31F-45029899326F}"/>
          </ac:spMkLst>
        </pc:spChg>
        <pc:spChg chg="mod">
          <ac:chgData name="Igor Kotlarz (ik311936)" userId="fd38fa4d-7796-47ed-aa9f-751da2e17049" providerId="ADAL" clId="{48AC1801-D0F9-42DA-94D2-0358C9FAB7AE}" dt="2025-05-26T20:05:16.193" v="2723"/>
          <ac:spMkLst>
            <pc:docMk/>
            <pc:sldMk cId="1347770323" sldId="289"/>
            <ac:spMk id="3" creationId="{9A9998EE-6AEE-3D8B-A7B7-9C1CE2EEDA05}"/>
          </ac:spMkLst>
        </pc:spChg>
      </pc:sldChg>
      <pc:sldChg chg="addSp delSp modSp new mod">
        <pc:chgData name="Igor Kotlarz (ik311936)" userId="fd38fa4d-7796-47ed-aa9f-751da2e17049" providerId="ADAL" clId="{48AC1801-D0F9-42DA-94D2-0358C9FAB7AE}" dt="2025-05-26T20:37:48.271" v="3127" actId="1076"/>
        <pc:sldMkLst>
          <pc:docMk/>
          <pc:sldMk cId="587596655" sldId="290"/>
        </pc:sldMkLst>
        <pc:spChg chg="del">
          <ac:chgData name="Igor Kotlarz (ik311936)" userId="fd38fa4d-7796-47ed-aa9f-751da2e17049" providerId="ADAL" clId="{48AC1801-D0F9-42DA-94D2-0358C9FAB7AE}" dt="2025-05-26T20:24:59.472" v="3070" actId="21"/>
          <ac:spMkLst>
            <pc:docMk/>
            <pc:sldMk cId="587596655" sldId="290"/>
            <ac:spMk id="2" creationId="{F065488E-96EF-8608-C41B-8A3291A8695E}"/>
          </ac:spMkLst>
        </pc:spChg>
        <pc:spChg chg="del">
          <ac:chgData name="Igor Kotlarz (ik311936)" userId="fd38fa4d-7796-47ed-aa9f-751da2e17049" providerId="ADAL" clId="{48AC1801-D0F9-42DA-94D2-0358C9FAB7AE}" dt="2025-05-26T20:24:49.357" v="3069" actId="22"/>
          <ac:spMkLst>
            <pc:docMk/>
            <pc:sldMk cId="587596655" sldId="290"/>
            <ac:spMk id="3" creationId="{D8E01134-1CFD-A668-F5E7-8DC2EE7BF56B}"/>
          </ac:spMkLst>
        </pc:spChg>
        <pc:spChg chg="add del mod">
          <ac:chgData name="Igor Kotlarz (ik311936)" userId="fd38fa4d-7796-47ed-aa9f-751da2e17049" providerId="ADAL" clId="{48AC1801-D0F9-42DA-94D2-0358C9FAB7AE}" dt="2025-05-26T20:27:00.619" v="3078" actId="21"/>
          <ac:spMkLst>
            <pc:docMk/>
            <pc:sldMk cId="587596655" sldId="290"/>
            <ac:spMk id="9" creationId="{6AFD8694-7B9D-304F-47CB-44BD73B7F4F2}"/>
          </ac:spMkLst>
        </pc:spChg>
        <pc:picChg chg="add del mod ord">
          <ac:chgData name="Igor Kotlarz (ik311936)" userId="fd38fa4d-7796-47ed-aa9f-751da2e17049" providerId="ADAL" clId="{48AC1801-D0F9-42DA-94D2-0358C9FAB7AE}" dt="2025-05-26T20:26:52.046" v="3074" actId="478"/>
          <ac:picMkLst>
            <pc:docMk/>
            <pc:sldMk cId="587596655" sldId="290"/>
            <ac:picMk id="5" creationId="{4E985E0D-3EF7-04EB-74F8-E1865B8AF0FF}"/>
          </ac:picMkLst>
        </pc:picChg>
        <pc:picChg chg="add del mod">
          <ac:chgData name="Igor Kotlarz (ik311936)" userId="fd38fa4d-7796-47ed-aa9f-751da2e17049" providerId="ADAL" clId="{48AC1801-D0F9-42DA-94D2-0358C9FAB7AE}" dt="2025-05-26T20:26:52.046" v="3074" actId="478"/>
          <ac:picMkLst>
            <pc:docMk/>
            <pc:sldMk cId="587596655" sldId="290"/>
            <ac:picMk id="7" creationId="{420CD405-079E-AF17-4E7A-4B45BEAFE12C}"/>
          </ac:picMkLst>
        </pc:picChg>
        <pc:picChg chg="add mod">
          <ac:chgData name="Igor Kotlarz (ik311936)" userId="fd38fa4d-7796-47ed-aa9f-751da2e17049" providerId="ADAL" clId="{48AC1801-D0F9-42DA-94D2-0358C9FAB7AE}" dt="2025-05-26T20:37:48.271" v="3127" actId="1076"/>
          <ac:picMkLst>
            <pc:docMk/>
            <pc:sldMk cId="587596655" sldId="290"/>
            <ac:picMk id="11" creationId="{A89F335D-AD3B-B3A5-ECD5-E31C240705B0}"/>
          </ac:picMkLst>
        </pc:picChg>
        <pc:picChg chg="add mod">
          <ac:chgData name="Igor Kotlarz (ik311936)" userId="fd38fa4d-7796-47ed-aa9f-751da2e17049" providerId="ADAL" clId="{48AC1801-D0F9-42DA-94D2-0358C9FAB7AE}" dt="2025-05-26T20:37:48.271" v="3127" actId="1076"/>
          <ac:picMkLst>
            <pc:docMk/>
            <pc:sldMk cId="587596655" sldId="290"/>
            <ac:picMk id="13" creationId="{976204B0-8F74-7B1A-8595-C16A0F165530}"/>
          </ac:picMkLst>
        </pc:picChg>
        <pc:picChg chg="add mod">
          <ac:chgData name="Igor Kotlarz (ik311936)" userId="fd38fa4d-7796-47ed-aa9f-751da2e17049" providerId="ADAL" clId="{48AC1801-D0F9-42DA-94D2-0358C9FAB7AE}" dt="2025-05-26T20:37:48.271" v="3127" actId="1076"/>
          <ac:picMkLst>
            <pc:docMk/>
            <pc:sldMk cId="587596655" sldId="290"/>
            <ac:picMk id="15" creationId="{A7046112-DEE7-0AF6-2415-66D6D337E12A}"/>
          </ac:picMkLst>
        </pc:picChg>
        <pc:picChg chg="add mod">
          <ac:chgData name="Igor Kotlarz (ik311936)" userId="fd38fa4d-7796-47ed-aa9f-751da2e17049" providerId="ADAL" clId="{48AC1801-D0F9-42DA-94D2-0358C9FAB7AE}" dt="2025-05-26T20:37:48.271" v="3127" actId="1076"/>
          <ac:picMkLst>
            <pc:docMk/>
            <pc:sldMk cId="587596655" sldId="290"/>
            <ac:picMk id="17" creationId="{A60315CA-4CFC-5D11-F403-ECD1D4DDB287}"/>
          </ac:picMkLst>
        </pc:picChg>
      </pc:sldChg>
      <pc:sldChg chg="addSp delSp modSp new mod">
        <pc:chgData name="Igor Kotlarz (ik311936)" userId="fd38fa4d-7796-47ed-aa9f-751da2e17049" providerId="ADAL" clId="{48AC1801-D0F9-42DA-94D2-0358C9FAB7AE}" dt="2025-05-26T20:37:38.288" v="3124" actId="1076"/>
        <pc:sldMkLst>
          <pc:docMk/>
          <pc:sldMk cId="3325341148" sldId="291"/>
        </pc:sldMkLst>
        <pc:spChg chg="del">
          <ac:chgData name="Igor Kotlarz (ik311936)" userId="fd38fa4d-7796-47ed-aa9f-751da2e17049" providerId="ADAL" clId="{48AC1801-D0F9-42DA-94D2-0358C9FAB7AE}" dt="2025-05-26T20:36:25.006" v="3111" actId="21"/>
          <ac:spMkLst>
            <pc:docMk/>
            <pc:sldMk cId="3325341148" sldId="291"/>
            <ac:spMk id="2" creationId="{3DCA9D78-8DDF-F87D-A996-F0B3F6D41447}"/>
          </ac:spMkLst>
        </pc:spChg>
        <pc:spChg chg="del">
          <ac:chgData name="Igor Kotlarz (ik311936)" userId="fd38fa4d-7796-47ed-aa9f-751da2e17049" providerId="ADAL" clId="{48AC1801-D0F9-42DA-94D2-0358C9FAB7AE}" dt="2025-05-26T20:34:48.136" v="3101" actId="21"/>
          <ac:spMkLst>
            <pc:docMk/>
            <pc:sldMk cId="3325341148" sldId="291"/>
            <ac:spMk id="3" creationId="{15E6B7A4-AECD-3F6B-81F3-F7E587AF5D8D}"/>
          </ac:spMkLst>
        </pc:spChg>
        <pc:spChg chg="add mod">
          <ac:chgData name="Igor Kotlarz (ik311936)" userId="fd38fa4d-7796-47ed-aa9f-751da2e17049" providerId="ADAL" clId="{48AC1801-D0F9-42DA-94D2-0358C9FAB7AE}" dt="2025-05-26T20:34:50.033" v="3102"/>
          <ac:spMkLst>
            <pc:docMk/>
            <pc:sldMk cId="3325341148" sldId="291"/>
            <ac:spMk id="4" creationId="{15E6B7A4-AECD-3F6B-81F3-F7E587AF5D8D}"/>
          </ac:spMkLst>
        </pc:spChg>
        <pc:picChg chg="add mod">
          <ac:chgData name="Igor Kotlarz (ik311936)" userId="fd38fa4d-7796-47ed-aa9f-751da2e17049" providerId="ADAL" clId="{48AC1801-D0F9-42DA-94D2-0358C9FAB7AE}" dt="2025-05-26T20:37:38.288" v="3124" actId="1076"/>
          <ac:picMkLst>
            <pc:docMk/>
            <pc:sldMk cId="3325341148" sldId="291"/>
            <ac:picMk id="6" creationId="{EB841D40-566C-149C-6AD4-A120D33B2B9B}"/>
          </ac:picMkLst>
        </pc:picChg>
        <pc:picChg chg="add mod">
          <ac:chgData name="Igor Kotlarz (ik311936)" userId="fd38fa4d-7796-47ed-aa9f-751da2e17049" providerId="ADAL" clId="{48AC1801-D0F9-42DA-94D2-0358C9FAB7AE}" dt="2025-05-26T20:37:38.288" v="3124" actId="1076"/>
          <ac:picMkLst>
            <pc:docMk/>
            <pc:sldMk cId="3325341148" sldId="291"/>
            <ac:picMk id="8" creationId="{8B8BA94D-81E1-A505-BAE3-B45162559484}"/>
          </ac:picMkLst>
        </pc:picChg>
        <pc:picChg chg="add mod">
          <ac:chgData name="Igor Kotlarz (ik311936)" userId="fd38fa4d-7796-47ed-aa9f-751da2e17049" providerId="ADAL" clId="{48AC1801-D0F9-42DA-94D2-0358C9FAB7AE}" dt="2025-05-26T20:37:38.288" v="3124" actId="1076"/>
          <ac:picMkLst>
            <pc:docMk/>
            <pc:sldMk cId="3325341148" sldId="291"/>
            <ac:picMk id="10" creationId="{141E0392-0635-6E46-D117-14CE90FE0ACC}"/>
          </ac:picMkLst>
        </pc:picChg>
        <pc:picChg chg="add mod">
          <ac:chgData name="Igor Kotlarz (ik311936)" userId="fd38fa4d-7796-47ed-aa9f-751da2e17049" providerId="ADAL" clId="{48AC1801-D0F9-42DA-94D2-0358C9FAB7AE}" dt="2025-05-26T20:37:38.288" v="3124" actId="1076"/>
          <ac:picMkLst>
            <pc:docMk/>
            <pc:sldMk cId="3325341148" sldId="291"/>
            <ac:picMk id="12" creationId="{CCCF25C3-7B30-EB95-E0BF-568B36CE40E8}"/>
          </ac:picMkLst>
        </pc:picChg>
      </pc:sldChg>
      <pc:sldChg chg="addSp delSp modSp add mod ord">
        <pc:chgData name="Igor Kotlarz (ik311936)" userId="fd38fa4d-7796-47ed-aa9f-751da2e17049" providerId="ADAL" clId="{48AC1801-D0F9-42DA-94D2-0358C9FAB7AE}" dt="2025-05-26T20:42:41.888" v="3232" actId="1076"/>
        <pc:sldMkLst>
          <pc:docMk/>
          <pc:sldMk cId="536487244" sldId="292"/>
        </pc:sldMkLst>
        <pc:spChg chg="mod">
          <ac:chgData name="Igor Kotlarz (ik311936)" userId="fd38fa4d-7796-47ed-aa9f-751da2e17049" providerId="ADAL" clId="{48AC1801-D0F9-42DA-94D2-0358C9FAB7AE}" dt="2025-05-26T20:39:41.529" v="3223" actId="20577"/>
          <ac:spMkLst>
            <pc:docMk/>
            <pc:sldMk cId="536487244" sldId="292"/>
            <ac:spMk id="2" creationId="{B78FE7B2-613B-8449-0A33-679DE608461C}"/>
          </ac:spMkLst>
        </pc:spChg>
        <pc:spChg chg="add del mod">
          <ac:chgData name="Igor Kotlarz (ik311936)" userId="fd38fa4d-7796-47ed-aa9f-751da2e17049" providerId="ADAL" clId="{48AC1801-D0F9-42DA-94D2-0358C9FAB7AE}" dt="2025-05-26T20:41:50.120" v="3225" actId="22"/>
          <ac:spMkLst>
            <pc:docMk/>
            <pc:sldMk cId="536487244" sldId="292"/>
            <ac:spMk id="4" creationId="{F2813843-E032-1D75-ED52-1D8F0DAE40F5}"/>
          </ac:spMkLst>
        </pc:spChg>
        <pc:spChg chg="add del mod">
          <ac:chgData name="Igor Kotlarz (ik311936)" userId="fd38fa4d-7796-47ed-aa9f-751da2e17049" providerId="ADAL" clId="{48AC1801-D0F9-42DA-94D2-0358C9FAB7AE}" dt="2025-05-26T20:42:37.091" v="3230" actId="22"/>
          <ac:spMkLst>
            <pc:docMk/>
            <pc:sldMk cId="536487244" sldId="292"/>
            <ac:spMk id="9" creationId="{6C06A6A4-DD12-D270-7856-B5BE32BD98F9}"/>
          </ac:spMkLst>
        </pc:spChg>
        <pc:picChg chg="del">
          <ac:chgData name="Igor Kotlarz (ik311936)" userId="fd38fa4d-7796-47ed-aa9f-751da2e17049" providerId="ADAL" clId="{48AC1801-D0F9-42DA-94D2-0358C9FAB7AE}" dt="2025-05-26T20:39:43.471" v="3224" actId="478"/>
          <ac:picMkLst>
            <pc:docMk/>
            <pc:sldMk cId="536487244" sldId="292"/>
            <ac:picMk id="5" creationId="{21BC6558-2659-576E-7148-0678335B0BCA}"/>
          </ac:picMkLst>
        </pc:picChg>
        <pc:picChg chg="add del mod ord">
          <ac:chgData name="Igor Kotlarz (ik311936)" userId="fd38fa4d-7796-47ed-aa9f-751da2e17049" providerId="ADAL" clId="{48AC1801-D0F9-42DA-94D2-0358C9FAB7AE}" dt="2025-05-26T20:42:25.247" v="3229" actId="478"/>
          <ac:picMkLst>
            <pc:docMk/>
            <pc:sldMk cId="536487244" sldId="292"/>
            <ac:picMk id="7" creationId="{72F58C26-4789-556F-8877-426F7D7C5892}"/>
          </ac:picMkLst>
        </pc:picChg>
        <pc:picChg chg="add mod ord">
          <ac:chgData name="Igor Kotlarz (ik311936)" userId="fd38fa4d-7796-47ed-aa9f-751da2e17049" providerId="ADAL" clId="{48AC1801-D0F9-42DA-94D2-0358C9FAB7AE}" dt="2025-05-26T20:42:41.888" v="3232" actId="1076"/>
          <ac:picMkLst>
            <pc:docMk/>
            <pc:sldMk cId="536487244" sldId="292"/>
            <ac:picMk id="11" creationId="{7DFFCF6D-B82D-5D1F-EE70-6569CB244DEA}"/>
          </ac:picMkLst>
        </pc:picChg>
      </pc:sldChg>
      <pc:sldChg chg="addSp delSp modSp new mod">
        <pc:chgData name="Igor Kotlarz (ik311936)" userId="fd38fa4d-7796-47ed-aa9f-751da2e17049" providerId="ADAL" clId="{48AC1801-D0F9-42DA-94D2-0358C9FAB7AE}" dt="2025-05-26T20:47:49.520" v="3260" actId="1076"/>
        <pc:sldMkLst>
          <pc:docMk/>
          <pc:sldMk cId="2517162149" sldId="293"/>
        </pc:sldMkLst>
        <pc:spChg chg="del">
          <ac:chgData name="Igor Kotlarz (ik311936)" userId="fd38fa4d-7796-47ed-aa9f-751da2e17049" providerId="ADAL" clId="{48AC1801-D0F9-42DA-94D2-0358C9FAB7AE}" dt="2025-05-26T20:44:06.960" v="3233" actId="21"/>
          <ac:spMkLst>
            <pc:docMk/>
            <pc:sldMk cId="2517162149" sldId="293"/>
            <ac:spMk id="2" creationId="{D1512CB5-DDC9-A354-C980-CEE8D15BBAB7}"/>
          </ac:spMkLst>
        </pc:spChg>
        <pc:spChg chg="del">
          <ac:chgData name="Igor Kotlarz (ik311936)" userId="fd38fa4d-7796-47ed-aa9f-751da2e17049" providerId="ADAL" clId="{48AC1801-D0F9-42DA-94D2-0358C9FAB7AE}" dt="2025-05-26T20:44:09.537" v="3234" actId="21"/>
          <ac:spMkLst>
            <pc:docMk/>
            <pc:sldMk cId="2517162149" sldId="293"/>
            <ac:spMk id="3" creationId="{3A887DB6-56B1-FD9E-21A0-2DA64E04A58F}"/>
          </ac:spMkLst>
        </pc:spChg>
        <pc:spChg chg="add del mod">
          <ac:chgData name="Igor Kotlarz (ik311936)" userId="fd38fa4d-7796-47ed-aa9f-751da2e17049" providerId="ADAL" clId="{48AC1801-D0F9-42DA-94D2-0358C9FAB7AE}" dt="2025-05-26T20:44:16.281" v="3236" actId="21"/>
          <ac:spMkLst>
            <pc:docMk/>
            <pc:sldMk cId="2517162149" sldId="293"/>
            <ac:spMk id="4" creationId="{3A887DB6-56B1-FD9E-21A0-2DA64E04A58F}"/>
          </ac:spMkLst>
        </pc:spChg>
        <pc:picChg chg="add mod">
          <ac:chgData name="Igor Kotlarz (ik311936)" userId="fd38fa4d-7796-47ed-aa9f-751da2e17049" providerId="ADAL" clId="{48AC1801-D0F9-42DA-94D2-0358C9FAB7AE}" dt="2025-05-26T20:47:39.032" v="3259" actId="1076"/>
          <ac:picMkLst>
            <pc:docMk/>
            <pc:sldMk cId="2517162149" sldId="293"/>
            <ac:picMk id="6" creationId="{7D1579E7-6A65-D934-D9C1-570CC455ECD2}"/>
          </ac:picMkLst>
        </pc:picChg>
        <pc:picChg chg="add mod">
          <ac:chgData name="Igor Kotlarz (ik311936)" userId="fd38fa4d-7796-47ed-aa9f-751da2e17049" providerId="ADAL" clId="{48AC1801-D0F9-42DA-94D2-0358C9FAB7AE}" dt="2025-05-26T20:47:39.032" v="3259" actId="1076"/>
          <ac:picMkLst>
            <pc:docMk/>
            <pc:sldMk cId="2517162149" sldId="293"/>
            <ac:picMk id="8" creationId="{CD1E4B08-1F11-4576-CD85-7EA42F74BDE3}"/>
          </ac:picMkLst>
        </pc:picChg>
        <pc:picChg chg="add del mod">
          <ac:chgData name="Igor Kotlarz (ik311936)" userId="fd38fa4d-7796-47ed-aa9f-751da2e17049" providerId="ADAL" clId="{48AC1801-D0F9-42DA-94D2-0358C9FAB7AE}" dt="2025-05-26T20:45:50.891" v="3245" actId="478"/>
          <ac:picMkLst>
            <pc:docMk/>
            <pc:sldMk cId="2517162149" sldId="293"/>
            <ac:picMk id="10" creationId="{72377714-146E-54FA-FA98-E52953A385C5}"/>
          </ac:picMkLst>
        </pc:picChg>
        <pc:picChg chg="add mod">
          <ac:chgData name="Igor Kotlarz (ik311936)" userId="fd38fa4d-7796-47ed-aa9f-751da2e17049" providerId="ADAL" clId="{48AC1801-D0F9-42DA-94D2-0358C9FAB7AE}" dt="2025-05-26T20:47:49.520" v="3260" actId="1076"/>
          <ac:picMkLst>
            <pc:docMk/>
            <pc:sldMk cId="2517162149" sldId="293"/>
            <ac:picMk id="12" creationId="{607C0795-B0CB-DFFF-251F-D275232EA261}"/>
          </ac:picMkLst>
        </pc:picChg>
        <pc:picChg chg="add del mod">
          <ac:chgData name="Igor Kotlarz (ik311936)" userId="fd38fa4d-7796-47ed-aa9f-751da2e17049" providerId="ADAL" clId="{48AC1801-D0F9-42DA-94D2-0358C9FAB7AE}" dt="2025-05-26T20:46:18.287" v="3248" actId="478"/>
          <ac:picMkLst>
            <pc:docMk/>
            <pc:sldMk cId="2517162149" sldId="293"/>
            <ac:picMk id="14" creationId="{970B6351-CB86-2F06-61E9-23FEBFB0F869}"/>
          </ac:picMkLst>
        </pc:picChg>
        <pc:picChg chg="add mod">
          <ac:chgData name="Igor Kotlarz (ik311936)" userId="fd38fa4d-7796-47ed-aa9f-751da2e17049" providerId="ADAL" clId="{48AC1801-D0F9-42DA-94D2-0358C9FAB7AE}" dt="2025-05-26T20:47:39.032" v="3259" actId="1076"/>
          <ac:picMkLst>
            <pc:docMk/>
            <pc:sldMk cId="2517162149" sldId="293"/>
            <ac:picMk id="16" creationId="{B8C1771C-6CA2-AB3F-DA41-D3B0C6921D38}"/>
          </ac:picMkLst>
        </pc:picChg>
      </pc:sldChg>
      <pc:sldChg chg="addSp delSp modSp new del mod">
        <pc:chgData name="Igor Kotlarz (ik311936)" userId="fd38fa4d-7796-47ed-aa9f-751da2e17049" providerId="ADAL" clId="{48AC1801-D0F9-42DA-94D2-0358C9FAB7AE}" dt="2025-05-26T21:21:31.847" v="3772" actId="2696"/>
        <pc:sldMkLst>
          <pc:docMk/>
          <pc:sldMk cId="1053574957" sldId="294"/>
        </pc:sldMkLst>
        <pc:spChg chg="del">
          <ac:chgData name="Igor Kotlarz (ik311936)" userId="fd38fa4d-7796-47ed-aa9f-751da2e17049" providerId="ADAL" clId="{48AC1801-D0F9-42DA-94D2-0358C9FAB7AE}" dt="2025-05-26T20:52:21.181" v="3262" actId="21"/>
          <ac:spMkLst>
            <pc:docMk/>
            <pc:sldMk cId="1053574957" sldId="294"/>
            <ac:spMk id="2" creationId="{8FDFA78D-A61C-4D5E-2DF7-623BBCE455E8}"/>
          </ac:spMkLst>
        </pc:spChg>
        <pc:spChg chg="del">
          <ac:chgData name="Igor Kotlarz (ik311936)" userId="fd38fa4d-7796-47ed-aa9f-751da2e17049" providerId="ADAL" clId="{48AC1801-D0F9-42DA-94D2-0358C9FAB7AE}" dt="2025-05-26T20:52:24.237" v="3263" actId="21"/>
          <ac:spMkLst>
            <pc:docMk/>
            <pc:sldMk cId="1053574957" sldId="294"/>
            <ac:spMk id="3" creationId="{F367D877-51FA-4199-5D17-AF5075E7018D}"/>
          </ac:spMkLst>
        </pc:spChg>
        <pc:spChg chg="add del mod">
          <ac:chgData name="Igor Kotlarz (ik311936)" userId="fd38fa4d-7796-47ed-aa9f-751da2e17049" providerId="ADAL" clId="{48AC1801-D0F9-42DA-94D2-0358C9FAB7AE}" dt="2025-05-26T20:54:41.310" v="3350" actId="21"/>
          <ac:spMkLst>
            <pc:docMk/>
            <pc:sldMk cId="1053574957" sldId="294"/>
            <ac:spMk id="5" creationId="{F367D877-51FA-4199-5D17-AF5075E7018D}"/>
          </ac:spMkLst>
        </pc:spChg>
        <pc:spChg chg="add mod">
          <ac:chgData name="Igor Kotlarz (ik311936)" userId="fd38fa4d-7796-47ed-aa9f-751da2e17049" providerId="ADAL" clId="{48AC1801-D0F9-42DA-94D2-0358C9FAB7AE}" dt="2025-05-26T21:05:55.160" v="3767" actId="20577"/>
          <ac:spMkLst>
            <pc:docMk/>
            <pc:sldMk cId="1053574957" sldId="294"/>
            <ac:spMk id="6" creationId="{F367D877-51FA-4199-5D17-AF5075E7018D}"/>
          </ac:spMkLst>
        </pc:spChg>
        <pc:picChg chg="mod">
          <ac:chgData name="Igor Kotlarz (ik311936)" userId="fd38fa4d-7796-47ed-aa9f-751da2e17049" providerId="ADAL" clId="{48AC1801-D0F9-42DA-94D2-0358C9FAB7AE}" dt="2025-05-26T20:54:47.829" v="3352" actId="1076"/>
          <ac:picMkLst>
            <pc:docMk/>
            <pc:sldMk cId="1053574957" sldId="294"/>
            <ac:picMk id="4" creationId="{344CAFEC-26E5-A822-EF7B-E6E246BE9EFE}"/>
          </ac:picMkLst>
        </pc:picChg>
      </pc:sldChg>
      <pc:sldChg chg="new del">
        <pc:chgData name="Igor Kotlarz (ik311936)" userId="fd38fa4d-7796-47ed-aa9f-751da2e17049" providerId="ADAL" clId="{48AC1801-D0F9-42DA-94D2-0358C9FAB7AE}" dt="2025-05-26T20:57:01.130" v="3514" actId="47"/>
        <pc:sldMkLst>
          <pc:docMk/>
          <pc:sldMk cId="4108475527" sldId="295"/>
        </pc:sldMkLst>
      </pc:sldChg>
      <pc:sldChg chg="addSp modSp new mod">
        <pc:chgData name="Igor Kotlarz (ik311936)" userId="fd38fa4d-7796-47ed-aa9f-751da2e17049" providerId="ADAL" clId="{48AC1801-D0F9-42DA-94D2-0358C9FAB7AE}" dt="2025-05-26T20:59:37.830" v="3562" actId="1076"/>
        <pc:sldMkLst>
          <pc:docMk/>
          <pc:sldMk cId="270962016" sldId="296"/>
        </pc:sldMkLst>
        <pc:picChg chg="add mod">
          <ac:chgData name="Igor Kotlarz (ik311936)" userId="fd38fa4d-7796-47ed-aa9f-751da2e17049" providerId="ADAL" clId="{48AC1801-D0F9-42DA-94D2-0358C9FAB7AE}" dt="2025-05-26T20:59:37.830" v="3562" actId="1076"/>
          <ac:picMkLst>
            <pc:docMk/>
            <pc:sldMk cId="270962016" sldId="296"/>
            <ac:picMk id="3" creationId="{96504A85-AF2D-53EB-FDC4-D3D282FF24E2}"/>
          </ac:picMkLst>
        </pc:picChg>
        <pc:picChg chg="add mod">
          <ac:chgData name="Igor Kotlarz (ik311936)" userId="fd38fa4d-7796-47ed-aa9f-751da2e17049" providerId="ADAL" clId="{48AC1801-D0F9-42DA-94D2-0358C9FAB7AE}" dt="2025-05-26T20:59:37.830" v="3562" actId="1076"/>
          <ac:picMkLst>
            <pc:docMk/>
            <pc:sldMk cId="270962016" sldId="296"/>
            <ac:picMk id="5" creationId="{CCB471BD-DC05-96AA-3FD7-80FC741CBA12}"/>
          </ac:picMkLst>
        </pc:picChg>
        <pc:picChg chg="add mod">
          <ac:chgData name="Igor Kotlarz (ik311936)" userId="fd38fa4d-7796-47ed-aa9f-751da2e17049" providerId="ADAL" clId="{48AC1801-D0F9-42DA-94D2-0358C9FAB7AE}" dt="2025-05-26T20:59:37.830" v="3562" actId="1076"/>
          <ac:picMkLst>
            <pc:docMk/>
            <pc:sldMk cId="270962016" sldId="296"/>
            <ac:picMk id="7" creationId="{6091EBB5-BEA2-F1BD-970E-9EDC695C5FB4}"/>
          </ac:picMkLst>
        </pc:picChg>
        <pc:picChg chg="add mod">
          <ac:chgData name="Igor Kotlarz (ik311936)" userId="fd38fa4d-7796-47ed-aa9f-751da2e17049" providerId="ADAL" clId="{48AC1801-D0F9-42DA-94D2-0358C9FAB7AE}" dt="2025-05-26T20:59:37.830" v="3562" actId="1076"/>
          <ac:picMkLst>
            <pc:docMk/>
            <pc:sldMk cId="270962016" sldId="296"/>
            <ac:picMk id="9" creationId="{80CEF5CC-5531-0736-5660-2AD0ADAB08E6}"/>
          </ac:picMkLst>
        </pc:picChg>
      </pc:sldChg>
      <pc:sldChg chg="addSp delSp modSp new mod">
        <pc:chgData name="Igor Kotlarz (ik311936)" userId="fd38fa4d-7796-47ed-aa9f-751da2e17049" providerId="ADAL" clId="{48AC1801-D0F9-42DA-94D2-0358C9FAB7AE}" dt="2025-05-26T21:32:23.893" v="4023" actId="20577"/>
        <pc:sldMkLst>
          <pc:docMk/>
          <pc:sldMk cId="3507306011" sldId="297"/>
        </pc:sldMkLst>
        <pc:spChg chg="mod">
          <ac:chgData name="Igor Kotlarz (ik311936)" userId="fd38fa4d-7796-47ed-aa9f-751da2e17049" providerId="ADAL" clId="{48AC1801-D0F9-42DA-94D2-0358C9FAB7AE}" dt="2025-05-26T21:32:23.893" v="4023" actId="20577"/>
          <ac:spMkLst>
            <pc:docMk/>
            <pc:sldMk cId="3507306011" sldId="297"/>
            <ac:spMk id="2" creationId="{8164F695-C3CB-356C-CD54-BC8A9F19765E}"/>
          </ac:spMkLst>
        </pc:spChg>
        <pc:spChg chg="add del mod">
          <ac:chgData name="Igor Kotlarz (ik311936)" userId="fd38fa4d-7796-47ed-aa9f-751da2e17049" providerId="ADAL" clId="{48AC1801-D0F9-42DA-94D2-0358C9FAB7AE}" dt="2025-05-26T21:30:32.397" v="4015" actId="20577"/>
          <ac:spMkLst>
            <pc:docMk/>
            <pc:sldMk cId="3507306011" sldId="297"/>
            <ac:spMk id="3" creationId="{5D8C5F2E-8C57-5563-C56A-8FE4FB444281}"/>
          </ac:spMkLst>
        </pc:spChg>
        <pc:picChg chg="add del mod ord">
          <ac:chgData name="Igor Kotlarz (ik311936)" userId="fd38fa4d-7796-47ed-aa9f-751da2e17049" providerId="ADAL" clId="{48AC1801-D0F9-42DA-94D2-0358C9FAB7AE}" dt="2025-05-26T21:26:40.286" v="3836" actId="22"/>
          <ac:picMkLst>
            <pc:docMk/>
            <pc:sldMk cId="3507306011" sldId="297"/>
            <ac:picMk id="5" creationId="{3FAB6150-B510-B879-2F9B-57A197DFDD72}"/>
          </ac:picMkLst>
        </pc:picChg>
        <pc:picChg chg="add del mod">
          <ac:chgData name="Igor Kotlarz (ik311936)" userId="fd38fa4d-7796-47ed-aa9f-751da2e17049" providerId="ADAL" clId="{48AC1801-D0F9-42DA-94D2-0358C9FAB7AE}" dt="2025-05-26T21:32:05.366" v="4021" actId="478"/>
          <ac:picMkLst>
            <pc:docMk/>
            <pc:sldMk cId="3507306011" sldId="297"/>
            <ac:picMk id="7" creationId="{C89F3F5F-06C2-D5FB-94A3-3BB5846E650F}"/>
          </ac:picMkLst>
        </pc:picChg>
        <pc:picChg chg="add mod">
          <ac:chgData name="Igor Kotlarz (ik311936)" userId="fd38fa4d-7796-47ed-aa9f-751da2e17049" providerId="ADAL" clId="{48AC1801-D0F9-42DA-94D2-0358C9FAB7AE}" dt="2025-05-26T21:32:12.325" v="4022" actId="1076"/>
          <ac:picMkLst>
            <pc:docMk/>
            <pc:sldMk cId="3507306011" sldId="297"/>
            <ac:picMk id="8" creationId="{C46A3EB4-FDFF-A01B-F66E-B3CEA0F780E1}"/>
          </ac:picMkLst>
        </pc:picChg>
      </pc:sldChg>
      <pc:sldChg chg="addSp modSp new mod ord">
        <pc:chgData name="Igor Kotlarz (ik311936)" userId="fd38fa4d-7796-47ed-aa9f-751da2e17049" providerId="ADAL" clId="{48AC1801-D0F9-42DA-94D2-0358C9FAB7AE}" dt="2025-05-26T21:36:19.110" v="4052" actId="1076"/>
        <pc:sldMkLst>
          <pc:docMk/>
          <pc:sldMk cId="472271474" sldId="298"/>
        </pc:sldMkLst>
        <pc:picChg chg="add mod">
          <ac:chgData name="Igor Kotlarz (ik311936)" userId="fd38fa4d-7796-47ed-aa9f-751da2e17049" providerId="ADAL" clId="{48AC1801-D0F9-42DA-94D2-0358C9FAB7AE}" dt="2025-05-26T21:36:16.023" v="4051" actId="14100"/>
          <ac:picMkLst>
            <pc:docMk/>
            <pc:sldMk cId="472271474" sldId="298"/>
            <ac:picMk id="3" creationId="{277137F0-0A3F-8506-CF02-7914019DEC97}"/>
          </ac:picMkLst>
        </pc:picChg>
        <pc:picChg chg="add mod">
          <ac:chgData name="Igor Kotlarz (ik311936)" userId="fd38fa4d-7796-47ed-aa9f-751da2e17049" providerId="ADAL" clId="{48AC1801-D0F9-42DA-94D2-0358C9FAB7AE}" dt="2025-05-26T21:36:19.110" v="4052" actId="1076"/>
          <ac:picMkLst>
            <pc:docMk/>
            <pc:sldMk cId="472271474" sldId="298"/>
            <ac:picMk id="5" creationId="{EE60754C-AF1D-2B91-3FFF-503B58E3148B}"/>
          </ac:picMkLst>
        </pc:picChg>
        <pc:picChg chg="add mod">
          <ac:chgData name="Igor Kotlarz (ik311936)" userId="fd38fa4d-7796-47ed-aa9f-751da2e17049" providerId="ADAL" clId="{48AC1801-D0F9-42DA-94D2-0358C9FAB7AE}" dt="2025-05-26T21:36:16.023" v="4051" actId="14100"/>
          <ac:picMkLst>
            <pc:docMk/>
            <pc:sldMk cId="472271474" sldId="298"/>
            <ac:picMk id="7" creationId="{081E3960-DE05-26F0-FF38-D89AFC414626}"/>
          </ac:picMkLst>
        </pc:picChg>
        <pc:picChg chg="add mod">
          <ac:chgData name="Igor Kotlarz (ik311936)" userId="fd38fa4d-7796-47ed-aa9f-751da2e17049" providerId="ADAL" clId="{48AC1801-D0F9-42DA-94D2-0358C9FAB7AE}" dt="2025-05-26T21:36:16.023" v="4051" actId="14100"/>
          <ac:picMkLst>
            <pc:docMk/>
            <pc:sldMk cId="472271474" sldId="298"/>
            <ac:picMk id="9" creationId="{2359924B-6BCB-0EC7-0DF0-592952F90816}"/>
          </ac:picMkLst>
        </pc:picChg>
      </pc:sldChg>
      <pc:sldChg chg="new del">
        <pc:chgData name="Igor Kotlarz (ik311936)" userId="fd38fa4d-7796-47ed-aa9f-751da2e17049" providerId="ADAL" clId="{48AC1801-D0F9-42DA-94D2-0358C9FAB7AE}" dt="2025-05-26T21:32:56.256" v="4025" actId="2696"/>
        <pc:sldMkLst>
          <pc:docMk/>
          <pc:sldMk cId="2315764157" sldId="298"/>
        </pc:sldMkLst>
      </pc:sldChg>
      <pc:sldChg chg="modSp add mod">
        <pc:chgData name="Igor Kotlarz (ik311936)" userId="fd38fa4d-7796-47ed-aa9f-751da2e17049" providerId="ADAL" clId="{48AC1801-D0F9-42DA-94D2-0358C9FAB7AE}" dt="2025-05-26T21:36:48.105" v="4070" actId="5793"/>
        <pc:sldMkLst>
          <pc:docMk/>
          <pc:sldMk cId="531058655" sldId="299"/>
        </pc:sldMkLst>
        <pc:spChg chg="mod">
          <ac:chgData name="Igor Kotlarz (ik311936)" userId="fd38fa4d-7796-47ed-aa9f-751da2e17049" providerId="ADAL" clId="{48AC1801-D0F9-42DA-94D2-0358C9FAB7AE}" dt="2025-05-26T21:36:48.105" v="4070" actId="5793"/>
          <ac:spMkLst>
            <pc:docMk/>
            <pc:sldMk cId="531058655" sldId="299"/>
            <ac:spMk id="2" creationId="{148B6C69-F485-1E0D-D69F-29695F048CF2}"/>
          </ac:spMkLst>
        </pc:spChg>
      </pc:sldChg>
    </pc:docChg>
  </pc:docChgLst>
  <pc:docChgLst>
    <pc:chgData name="Yevheniia Muravska (ym312379)" userId="S::ym312379@student.polsl.pl::dd3a7da9-3586-49ee-954f-b7c74fe87e65" providerId="AD" clId="Web-{21619A04-3F4A-A4D1-D2DD-A361110C2A90}"/>
    <pc:docChg chg="modSld">
      <pc:chgData name="Yevheniia Muravska (ym312379)" userId="S::ym312379@student.polsl.pl::dd3a7da9-3586-49ee-954f-b7c74fe87e65" providerId="AD" clId="Web-{21619A04-3F4A-A4D1-D2DD-A361110C2A90}" dt="2025-05-26T21:06:02.268" v="238" actId="20577"/>
      <pc:docMkLst>
        <pc:docMk/>
      </pc:docMkLst>
      <pc:sldChg chg="addSp delSp modSp mod setBg">
        <pc:chgData name="Yevheniia Muravska (ym312379)" userId="S::ym312379@student.polsl.pl::dd3a7da9-3586-49ee-954f-b7c74fe87e65" providerId="AD" clId="Web-{21619A04-3F4A-A4D1-D2DD-A361110C2A90}" dt="2025-05-26T21:06:02.268" v="238" actId="20577"/>
        <pc:sldMkLst>
          <pc:docMk/>
          <pc:sldMk cId="1053574957" sldId="294"/>
        </pc:sldMkLst>
        <pc:spChg chg="mod ord">
          <ac:chgData name="Yevheniia Muravska (ym312379)" userId="S::ym312379@student.polsl.pl::dd3a7da9-3586-49ee-954f-b7c74fe87e65" providerId="AD" clId="Web-{21619A04-3F4A-A4D1-D2DD-A361110C2A90}" dt="2025-05-26T21:06:02.268" v="238" actId="20577"/>
          <ac:spMkLst>
            <pc:docMk/>
            <pc:sldMk cId="1053574957" sldId="294"/>
            <ac:spMk id="6" creationId="{F367D877-51FA-4199-5D17-AF5075E7018D}"/>
          </ac:spMkLst>
        </pc:spChg>
        <pc:spChg chg="add del">
          <ac:chgData name="Yevheniia Muravska (ym312379)" userId="S::ym312379@student.polsl.pl::dd3a7da9-3586-49ee-954f-b7c74fe87e65" providerId="AD" clId="Web-{21619A04-3F4A-A4D1-D2DD-A361110C2A90}" dt="2025-05-26T21:02:02.071" v="232"/>
          <ac:spMkLst>
            <pc:docMk/>
            <pc:sldMk cId="1053574957" sldId="294"/>
            <ac:spMk id="11" creationId="{63F5877B-98C7-49DD-83AB-0F6F57CB6543}"/>
          </ac:spMkLst>
        </pc:spChg>
        <pc:spChg chg="add del">
          <ac:chgData name="Yevheniia Muravska (ym312379)" userId="S::ym312379@student.polsl.pl::dd3a7da9-3586-49ee-954f-b7c74fe87e65" providerId="AD" clId="Web-{21619A04-3F4A-A4D1-D2DD-A361110C2A90}" dt="2025-05-26T21:02:02.071" v="232"/>
          <ac:spMkLst>
            <pc:docMk/>
            <pc:sldMk cId="1053574957" sldId="294"/>
            <ac:spMk id="13" creationId="{4EA91930-66BC-4C41-B4F5-C31EB216F64B}"/>
          </ac:spMkLst>
        </pc:spChg>
        <pc:spChg chg="add del">
          <ac:chgData name="Yevheniia Muravska (ym312379)" userId="S::ym312379@student.polsl.pl::dd3a7da9-3586-49ee-954f-b7c74fe87e65" providerId="AD" clId="Web-{21619A04-3F4A-A4D1-D2DD-A361110C2A90}" dt="2025-05-26T21:02:02.071" v="232"/>
          <ac:spMkLst>
            <pc:docMk/>
            <pc:sldMk cId="1053574957" sldId="294"/>
            <ac:spMk id="15" creationId="{6313CF8F-B436-401E-9575-DE0F8E8B5B17}"/>
          </ac:spMkLst>
        </pc:spChg>
        <pc:spChg chg="add del">
          <ac:chgData name="Yevheniia Muravska (ym312379)" userId="S::ym312379@student.polsl.pl::dd3a7da9-3586-49ee-954f-b7c74fe87e65" providerId="AD" clId="Web-{21619A04-3F4A-A4D1-D2DD-A361110C2A90}" dt="2025-05-26T21:02:02.071" v="232"/>
          <ac:spMkLst>
            <pc:docMk/>
            <pc:sldMk cId="1053574957" sldId="294"/>
            <ac:spMk id="17" creationId="{2A38CFE9-C30A-4551-ACCB-D5808FBC39CD}"/>
          </ac:spMkLst>
        </pc:spChg>
        <pc:spChg chg="add del">
          <ac:chgData name="Yevheniia Muravska (ym312379)" userId="S::ym312379@student.polsl.pl::dd3a7da9-3586-49ee-954f-b7c74fe87e65" providerId="AD" clId="Web-{21619A04-3F4A-A4D1-D2DD-A361110C2A90}" dt="2025-05-26T21:02:02.071" v="232"/>
          <ac:spMkLst>
            <pc:docMk/>
            <pc:sldMk cId="1053574957" sldId="294"/>
            <ac:spMk id="19" creationId="{67EF550F-47CE-4FB2-9DAC-12AD835C833D}"/>
          </ac:spMkLst>
        </pc:spChg>
        <pc:spChg chg="add del">
          <ac:chgData name="Yevheniia Muravska (ym312379)" userId="S::ym312379@student.polsl.pl::dd3a7da9-3586-49ee-954f-b7c74fe87e65" providerId="AD" clId="Web-{21619A04-3F4A-A4D1-D2DD-A361110C2A90}" dt="2025-05-26T21:02:10.384" v="234"/>
          <ac:spMkLst>
            <pc:docMk/>
            <pc:sldMk cId="1053574957" sldId="294"/>
            <ac:spMk id="21" creationId="{D2B783EE-0239-4717-BBEA-8C9EAC61C824}"/>
          </ac:spMkLst>
        </pc:spChg>
        <pc:spChg chg="add del">
          <ac:chgData name="Yevheniia Muravska (ym312379)" userId="S::ym312379@student.polsl.pl::dd3a7da9-3586-49ee-954f-b7c74fe87e65" providerId="AD" clId="Web-{21619A04-3F4A-A4D1-D2DD-A361110C2A90}" dt="2025-05-26T21:02:10.384" v="234"/>
          <ac:spMkLst>
            <pc:docMk/>
            <pc:sldMk cId="1053574957" sldId="294"/>
            <ac:spMk id="22" creationId="{A7B99495-F43F-4D80-A44F-2CB4764EB90B}"/>
          </ac:spMkLst>
        </pc:spChg>
        <pc:spChg chg="add del">
          <ac:chgData name="Yevheniia Muravska (ym312379)" userId="S::ym312379@student.polsl.pl::dd3a7da9-3586-49ee-954f-b7c74fe87e65" providerId="AD" clId="Web-{21619A04-3F4A-A4D1-D2DD-A361110C2A90}" dt="2025-05-26T21:02:10.384" v="234"/>
          <ac:spMkLst>
            <pc:docMk/>
            <pc:sldMk cId="1053574957" sldId="294"/>
            <ac:spMk id="23" creationId="{70BEB1E7-2F88-40BC-B73D-42E5B6F80BFC}"/>
          </ac:spMkLst>
        </pc:spChg>
        <pc:spChg chg="add">
          <ac:chgData name="Yevheniia Muravska (ym312379)" userId="S::ym312379@student.polsl.pl::dd3a7da9-3586-49ee-954f-b7c74fe87e65" providerId="AD" clId="Web-{21619A04-3F4A-A4D1-D2DD-A361110C2A90}" dt="2025-05-26T21:02:10.384" v="234"/>
          <ac:spMkLst>
            <pc:docMk/>
            <pc:sldMk cId="1053574957" sldId="294"/>
            <ac:spMk id="28" creationId="{0D7B6173-1D58-48E2-83CF-37350F315F75}"/>
          </ac:spMkLst>
        </pc:spChg>
        <pc:spChg chg="add">
          <ac:chgData name="Yevheniia Muravska (ym312379)" userId="S::ym312379@student.polsl.pl::dd3a7da9-3586-49ee-954f-b7c74fe87e65" providerId="AD" clId="Web-{21619A04-3F4A-A4D1-D2DD-A361110C2A90}" dt="2025-05-26T21:02:10.384" v="234"/>
          <ac:spMkLst>
            <pc:docMk/>
            <pc:sldMk cId="1053574957" sldId="294"/>
            <ac:spMk id="30" creationId="{2F36CA75-CFBF-4844-B719-8FE9EBADA9AF}"/>
          </ac:spMkLst>
        </pc:spChg>
        <pc:spChg chg="add">
          <ac:chgData name="Yevheniia Muravska (ym312379)" userId="S::ym312379@student.polsl.pl::dd3a7da9-3586-49ee-954f-b7c74fe87e65" providerId="AD" clId="Web-{21619A04-3F4A-A4D1-D2DD-A361110C2A90}" dt="2025-05-26T21:02:10.384" v="234"/>
          <ac:spMkLst>
            <pc:docMk/>
            <pc:sldMk cId="1053574957" sldId="294"/>
            <ac:spMk id="32" creationId="{3D4A84B9-E564-4DD0-97F8-DBF1C460C28A}"/>
          </ac:spMkLst>
        </pc:spChg>
        <pc:spChg chg="add">
          <ac:chgData name="Yevheniia Muravska (ym312379)" userId="S::ym312379@student.polsl.pl::dd3a7da9-3586-49ee-954f-b7c74fe87e65" providerId="AD" clId="Web-{21619A04-3F4A-A4D1-D2DD-A361110C2A90}" dt="2025-05-26T21:02:10.384" v="234"/>
          <ac:spMkLst>
            <pc:docMk/>
            <pc:sldMk cId="1053574957" sldId="294"/>
            <ac:spMk id="36" creationId="{102382E0-0A09-46AE-B955-B911CAFE7F00}"/>
          </ac:spMkLst>
        </pc:spChg>
        <pc:spChg chg="add">
          <ac:chgData name="Yevheniia Muravska (ym312379)" userId="S::ym312379@student.polsl.pl::dd3a7da9-3586-49ee-954f-b7c74fe87e65" providerId="AD" clId="Web-{21619A04-3F4A-A4D1-D2DD-A361110C2A90}" dt="2025-05-26T21:02:10.384" v="234"/>
          <ac:spMkLst>
            <pc:docMk/>
            <pc:sldMk cId="1053574957" sldId="294"/>
            <ac:spMk id="38" creationId="{7DE75D4A-0965-4973-BE75-DECCAC9A9614}"/>
          </ac:spMkLst>
        </pc:spChg>
        <pc:picChg chg="add mod">
          <ac:chgData name="Yevheniia Muravska (ym312379)" userId="S::ym312379@student.polsl.pl::dd3a7da9-3586-49ee-954f-b7c74fe87e65" providerId="AD" clId="Web-{21619A04-3F4A-A4D1-D2DD-A361110C2A90}" dt="2025-05-26T21:02:10.384" v="234"/>
          <ac:picMkLst>
            <pc:docMk/>
            <pc:sldMk cId="1053574957" sldId="294"/>
            <ac:picMk id="2" creationId="{C0BB18ED-9479-7895-4036-A3E68FCBF5C9}"/>
          </ac:picMkLst>
        </pc:picChg>
        <pc:picChg chg="mod ord">
          <ac:chgData name="Yevheniia Muravska (ym312379)" userId="S::ym312379@student.polsl.pl::dd3a7da9-3586-49ee-954f-b7c74fe87e65" providerId="AD" clId="Web-{21619A04-3F4A-A4D1-D2DD-A361110C2A90}" dt="2025-05-26T21:02:02.087" v="233"/>
          <ac:picMkLst>
            <pc:docMk/>
            <pc:sldMk cId="1053574957" sldId="294"/>
            <ac:picMk id="4" creationId="{344CAFEC-26E5-A822-EF7B-E6E246BE9EFE}"/>
          </ac:picMkLst>
        </pc:picChg>
      </pc:sldChg>
    </pc:docChg>
  </pc:docChgLst>
  <pc:docChgLst>
    <pc:chgData name="Yevheniia Muravska (ym312379)" userId="S::ym312379@student.polsl.pl::dd3a7da9-3586-49ee-954f-b7c74fe87e65" providerId="AD" clId="Web-{E78D53C9-8A41-9DA4-5FE2-5F75A0F5DC09}"/>
    <pc:docChg chg="modSld">
      <pc:chgData name="Yevheniia Muravska (ym312379)" userId="S::ym312379@student.polsl.pl::dd3a7da9-3586-49ee-954f-b7c74fe87e65" providerId="AD" clId="Web-{E78D53C9-8A41-9DA4-5FE2-5F75A0F5DC09}" dt="2025-05-26T20:53:49.077" v="16" actId="20577"/>
      <pc:docMkLst>
        <pc:docMk/>
      </pc:docMkLst>
      <pc:sldChg chg="modSp">
        <pc:chgData name="Yevheniia Muravska (ym312379)" userId="S::ym312379@student.polsl.pl::dd3a7da9-3586-49ee-954f-b7c74fe87e65" providerId="AD" clId="Web-{E78D53C9-8A41-9DA4-5FE2-5F75A0F5DC09}" dt="2025-05-26T20:53:49.077" v="16" actId="20577"/>
        <pc:sldMkLst>
          <pc:docMk/>
          <pc:sldMk cId="1053574957" sldId="294"/>
        </pc:sldMkLst>
        <pc:spChg chg="mod">
          <ac:chgData name="Yevheniia Muravska (ym312379)" userId="S::ym312379@student.polsl.pl::dd3a7da9-3586-49ee-954f-b7c74fe87e65" providerId="AD" clId="Web-{E78D53C9-8A41-9DA4-5FE2-5F75A0F5DC09}" dt="2025-05-26T20:53:49.077" v="16" actId="20577"/>
          <ac:spMkLst>
            <pc:docMk/>
            <pc:sldMk cId="1053574957" sldId="294"/>
            <ac:spMk id="5" creationId="{F367D877-51FA-4199-5D17-AF5075E7018D}"/>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3B988F-73F9-4B11-B917-83D690B91867}"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73DC2E50-00E9-4291-907C-73C656ED1033}">
      <dgm:prSet/>
      <dgm:spPr/>
      <dgm:t>
        <a:bodyPr/>
        <a:lstStyle/>
        <a:p>
          <a:r>
            <a:rPr lang="pl-PL"/>
            <a:t>Wszystkie scenariusze razem</a:t>
          </a:r>
          <a:endParaRPr lang="en-US"/>
        </a:p>
      </dgm:t>
    </dgm:pt>
    <dgm:pt modelId="{3D82E5B3-F2B1-44C3-8BB0-BCCEAE380E42}" type="parTrans" cxnId="{5BBE1B5F-C1A1-464C-86F1-CD5350329ED4}">
      <dgm:prSet/>
      <dgm:spPr/>
      <dgm:t>
        <a:bodyPr/>
        <a:lstStyle/>
        <a:p>
          <a:endParaRPr lang="en-US"/>
        </a:p>
      </dgm:t>
    </dgm:pt>
    <dgm:pt modelId="{04229D05-D508-45A8-9242-92E412E77701}" type="sibTrans" cxnId="{5BBE1B5F-C1A1-464C-86F1-CD5350329ED4}">
      <dgm:prSet/>
      <dgm:spPr/>
      <dgm:t>
        <a:bodyPr/>
        <a:lstStyle/>
        <a:p>
          <a:endParaRPr lang="en-US"/>
        </a:p>
      </dgm:t>
    </dgm:pt>
    <dgm:pt modelId="{7A720811-4E09-46A8-B650-CDE3FC503E2D}">
      <dgm:prSet/>
      <dgm:spPr/>
      <dgm:t>
        <a:bodyPr/>
        <a:lstStyle/>
        <a:p>
          <a:r>
            <a:rPr lang="pl-PL"/>
            <a:t>Scenariusz MOST</a:t>
          </a:r>
          <a:endParaRPr lang="en-US"/>
        </a:p>
      </dgm:t>
    </dgm:pt>
    <dgm:pt modelId="{510164BD-2760-421D-9356-92BC5AAFF821}" type="parTrans" cxnId="{DFCA4C55-8FBB-4206-B387-582A92DE71D1}">
      <dgm:prSet/>
      <dgm:spPr/>
      <dgm:t>
        <a:bodyPr/>
        <a:lstStyle/>
        <a:p>
          <a:endParaRPr lang="en-US"/>
        </a:p>
      </dgm:t>
    </dgm:pt>
    <dgm:pt modelId="{F038CF38-DEC0-4DEE-A4EA-840A4067602E}" type="sibTrans" cxnId="{DFCA4C55-8FBB-4206-B387-582A92DE71D1}">
      <dgm:prSet/>
      <dgm:spPr/>
      <dgm:t>
        <a:bodyPr/>
        <a:lstStyle/>
        <a:p>
          <a:endParaRPr lang="en-US"/>
        </a:p>
      </dgm:t>
    </dgm:pt>
    <dgm:pt modelId="{B87A0913-6F1D-43A7-B236-B3362B7341B3}">
      <dgm:prSet/>
      <dgm:spPr/>
      <dgm:t>
        <a:bodyPr/>
        <a:lstStyle/>
        <a:p>
          <a:r>
            <a:rPr lang="pl-PL"/>
            <a:t>Scenariusz LAS</a:t>
          </a:r>
          <a:endParaRPr lang="en-US"/>
        </a:p>
      </dgm:t>
    </dgm:pt>
    <dgm:pt modelId="{6D0DEDA2-9300-408D-AD5F-52F61C4128D0}" type="parTrans" cxnId="{5C38E60C-5A81-4CC5-A7DC-6B73CA5132BF}">
      <dgm:prSet/>
      <dgm:spPr/>
      <dgm:t>
        <a:bodyPr/>
        <a:lstStyle/>
        <a:p>
          <a:endParaRPr lang="en-US"/>
        </a:p>
      </dgm:t>
    </dgm:pt>
    <dgm:pt modelId="{A3CE0189-CD3C-4709-96B4-B27F88A4B43A}" type="sibTrans" cxnId="{5C38E60C-5A81-4CC5-A7DC-6B73CA5132BF}">
      <dgm:prSet/>
      <dgm:spPr/>
      <dgm:t>
        <a:bodyPr/>
        <a:lstStyle/>
        <a:p>
          <a:endParaRPr lang="en-US"/>
        </a:p>
      </dgm:t>
    </dgm:pt>
    <dgm:pt modelId="{7C99269F-959A-4444-A766-BD7234C5285E}">
      <dgm:prSet/>
      <dgm:spPr/>
      <dgm:t>
        <a:bodyPr/>
        <a:lstStyle/>
        <a:p>
          <a:r>
            <a:rPr lang="pl-PL"/>
            <a:t>Scenariusz TEST STROOPA</a:t>
          </a:r>
          <a:endParaRPr lang="en-US"/>
        </a:p>
      </dgm:t>
    </dgm:pt>
    <dgm:pt modelId="{43390133-A001-453A-91BD-48B056ED0646}" type="parTrans" cxnId="{96D42755-7C01-4283-9C6A-BCCF3999BBE8}">
      <dgm:prSet/>
      <dgm:spPr/>
      <dgm:t>
        <a:bodyPr/>
        <a:lstStyle/>
        <a:p>
          <a:endParaRPr lang="en-US"/>
        </a:p>
      </dgm:t>
    </dgm:pt>
    <dgm:pt modelId="{879B98D5-401F-4FA6-8723-B1F6DCE1456D}" type="sibTrans" cxnId="{96D42755-7C01-4283-9C6A-BCCF3999BBE8}">
      <dgm:prSet/>
      <dgm:spPr/>
      <dgm:t>
        <a:bodyPr/>
        <a:lstStyle/>
        <a:p>
          <a:endParaRPr lang="en-US"/>
        </a:p>
      </dgm:t>
    </dgm:pt>
    <dgm:pt modelId="{263C9E7C-0C06-46B0-9268-4FA8351BE38B}" type="pres">
      <dgm:prSet presAssocID="{D23B988F-73F9-4B11-B917-83D690B91867}" presName="diagram" presStyleCnt="0">
        <dgm:presLayoutVars>
          <dgm:dir/>
          <dgm:resizeHandles val="exact"/>
        </dgm:presLayoutVars>
      </dgm:prSet>
      <dgm:spPr/>
    </dgm:pt>
    <dgm:pt modelId="{AB16B61E-3EBF-42DC-BF6D-FC05D41A0580}" type="pres">
      <dgm:prSet presAssocID="{73DC2E50-00E9-4291-907C-73C656ED1033}" presName="node" presStyleLbl="node1" presStyleIdx="0" presStyleCnt="4">
        <dgm:presLayoutVars>
          <dgm:bulletEnabled val="1"/>
        </dgm:presLayoutVars>
      </dgm:prSet>
      <dgm:spPr/>
    </dgm:pt>
    <dgm:pt modelId="{33686A42-41ED-4F22-A763-CF91BFB33A4E}" type="pres">
      <dgm:prSet presAssocID="{04229D05-D508-45A8-9242-92E412E77701}" presName="sibTrans" presStyleCnt="0"/>
      <dgm:spPr/>
    </dgm:pt>
    <dgm:pt modelId="{CE123EB2-4FFE-441C-94DE-92D030F5BA52}" type="pres">
      <dgm:prSet presAssocID="{7A720811-4E09-46A8-B650-CDE3FC503E2D}" presName="node" presStyleLbl="node1" presStyleIdx="1" presStyleCnt="4">
        <dgm:presLayoutVars>
          <dgm:bulletEnabled val="1"/>
        </dgm:presLayoutVars>
      </dgm:prSet>
      <dgm:spPr/>
    </dgm:pt>
    <dgm:pt modelId="{586DD855-9D23-4EA8-88AF-B29D4AD48B80}" type="pres">
      <dgm:prSet presAssocID="{F038CF38-DEC0-4DEE-A4EA-840A4067602E}" presName="sibTrans" presStyleCnt="0"/>
      <dgm:spPr/>
    </dgm:pt>
    <dgm:pt modelId="{5AC3F936-7AB8-47E5-A496-B68E28B954BC}" type="pres">
      <dgm:prSet presAssocID="{B87A0913-6F1D-43A7-B236-B3362B7341B3}" presName="node" presStyleLbl="node1" presStyleIdx="2" presStyleCnt="4">
        <dgm:presLayoutVars>
          <dgm:bulletEnabled val="1"/>
        </dgm:presLayoutVars>
      </dgm:prSet>
      <dgm:spPr/>
    </dgm:pt>
    <dgm:pt modelId="{59DEDACD-2627-4B91-9F4B-34DC76CF1B96}" type="pres">
      <dgm:prSet presAssocID="{A3CE0189-CD3C-4709-96B4-B27F88A4B43A}" presName="sibTrans" presStyleCnt="0"/>
      <dgm:spPr/>
    </dgm:pt>
    <dgm:pt modelId="{F9AB9CFD-4A65-4B03-A662-254F8BCCB7A2}" type="pres">
      <dgm:prSet presAssocID="{7C99269F-959A-4444-A766-BD7234C5285E}" presName="node" presStyleLbl="node1" presStyleIdx="3" presStyleCnt="4">
        <dgm:presLayoutVars>
          <dgm:bulletEnabled val="1"/>
        </dgm:presLayoutVars>
      </dgm:prSet>
      <dgm:spPr/>
    </dgm:pt>
  </dgm:ptLst>
  <dgm:cxnLst>
    <dgm:cxn modelId="{5AF8A603-1150-4F6A-B7F5-174E3EAE1C0E}" type="presOf" srcId="{B87A0913-6F1D-43A7-B236-B3362B7341B3}" destId="{5AC3F936-7AB8-47E5-A496-B68E28B954BC}" srcOrd="0" destOrd="0" presId="urn:microsoft.com/office/officeart/2005/8/layout/default"/>
    <dgm:cxn modelId="{5C38E60C-5A81-4CC5-A7DC-6B73CA5132BF}" srcId="{D23B988F-73F9-4B11-B917-83D690B91867}" destId="{B87A0913-6F1D-43A7-B236-B3362B7341B3}" srcOrd="2" destOrd="0" parTransId="{6D0DEDA2-9300-408D-AD5F-52F61C4128D0}" sibTransId="{A3CE0189-CD3C-4709-96B4-B27F88A4B43A}"/>
    <dgm:cxn modelId="{BE9E5212-2BE1-465E-BBEB-67ACAF6E2BA1}" type="presOf" srcId="{D23B988F-73F9-4B11-B917-83D690B91867}" destId="{263C9E7C-0C06-46B0-9268-4FA8351BE38B}" srcOrd="0" destOrd="0" presId="urn:microsoft.com/office/officeart/2005/8/layout/default"/>
    <dgm:cxn modelId="{EB04AC32-EAEC-4907-8DEF-2435C3D17CF9}" type="presOf" srcId="{73DC2E50-00E9-4291-907C-73C656ED1033}" destId="{AB16B61E-3EBF-42DC-BF6D-FC05D41A0580}" srcOrd="0" destOrd="0" presId="urn:microsoft.com/office/officeart/2005/8/layout/default"/>
    <dgm:cxn modelId="{9118735E-1A0C-4902-AE03-83060800A7B0}" type="presOf" srcId="{7C99269F-959A-4444-A766-BD7234C5285E}" destId="{F9AB9CFD-4A65-4B03-A662-254F8BCCB7A2}" srcOrd="0" destOrd="0" presId="urn:microsoft.com/office/officeart/2005/8/layout/default"/>
    <dgm:cxn modelId="{5BBE1B5F-C1A1-464C-86F1-CD5350329ED4}" srcId="{D23B988F-73F9-4B11-B917-83D690B91867}" destId="{73DC2E50-00E9-4291-907C-73C656ED1033}" srcOrd="0" destOrd="0" parTransId="{3D82E5B3-F2B1-44C3-8BB0-BCCEAE380E42}" sibTransId="{04229D05-D508-45A8-9242-92E412E77701}"/>
    <dgm:cxn modelId="{D9C60444-519F-470F-8BDD-0206C47195ED}" type="presOf" srcId="{7A720811-4E09-46A8-B650-CDE3FC503E2D}" destId="{CE123EB2-4FFE-441C-94DE-92D030F5BA52}" srcOrd="0" destOrd="0" presId="urn:microsoft.com/office/officeart/2005/8/layout/default"/>
    <dgm:cxn modelId="{96D42755-7C01-4283-9C6A-BCCF3999BBE8}" srcId="{D23B988F-73F9-4B11-B917-83D690B91867}" destId="{7C99269F-959A-4444-A766-BD7234C5285E}" srcOrd="3" destOrd="0" parTransId="{43390133-A001-453A-91BD-48B056ED0646}" sibTransId="{879B98D5-401F-4FA6-8723-B1F6DCE1456D}"/>
    <dgm:cxn modelId="{DFCA4C55-8FBB-4206-B387-582A92DE71D1}" srcId="{D23B988F-73F9-4B11-B917-83D690B91867}" destId="{7A720811-4E09-46A8-B650-CDE3FC503E2D}" srcOrd="1" destOrd="0" parTransId="{510164BD-2760-421D-9356-92BC5AAFF821}" sibTransId="{F038CF38-DEC0-4DEE-A4EA-840A4067602E}"/>
    <dgm:cxn modelId="{E7600544-6B06-4B1E-8CAB-B9165BB8BAB5}" type="presParOf" srcId="{263C9E7C-0C06-46B0-9268-4FA8351BE38B}" destId="{AB16B61E-3EBF-42DC-BF6D-FC05D41A0580}" srcOrd="0" destOrd="0" presId="urn:microsoft.com/office/officeart/2005/8/layout/default"/>
    <dgm:cxn modelId="{3D5F9BED-EE5A-422B-9592-2AA523481910}" type="presParOf" srcId="{263C9E7C-0C06-46B0-9268-4FA8351BE38B}" destId="{33686A42-41ED-4F22-A763-CF91BFB33A4E}" srcOrd="1" destOrd="0" presId="urn:microsoft.com/office/officeart/2005/8/layout/default"/>
    <dgm:cxn modelId="{5336818A-EEEE-4896-A18C-A20D18728DEB}" type="presParOf" srcId="{263C9E7C-0C06-46B0-9268-4FA8351BE38B}" destId="{CE123EB2-4FFE-441C-94DE-92D030F5BA52}" srcOrd="2" destOrd="0" presId="urn:microsoft.com/office/officeart/2005/8/layout/default"/>
    <dgm:cxn modelId="{48018122-2A2F-4C04-8A7A-A535DCB50B6E}" type="presParOf" srcId="{263C9E7C-0C06-46B0-9268-4FA8351BE38B}" destId="{586DD855-9D23-4EA8-88AF-B29D4AD48B80}" srcOrd="3" destOrd="0" presId="urn:microsoft.com/office/officeart/2005/8/layout/default"/>
    <dgm:cxn modelId="{A641A095-CFFE-424E-B308-173C057DFBCA}" type="presParOf" srcId="{263C9E7C-0C06-46B0-9268-4FA8351BE38B}" destId="{5AC3F936-7AB8-47E5-A496-B68E28B954BC}" srcOrd="4" destOrd="0" presId="urn:microsoft.com/office/officeart/2005/8/layout/default"/>
    <dgm:cxn modelId="{490F6D82-A953-4C36-B3D5-1AC80A688B17}" type="presParOf" srcId="{263C9E7C-0C06-46B0-9268-4FA8351BE38B}" destId="{59DEDACD-2627-4B91-9F4B-34DC76CF1B96}" srcOrd="5" destOrd="0" presId="urn:microsoft.com/office/officeart/2005/8/layout/default"/>
    <dgm:cxn modelId="{A96E91C8-2461-41F3-AAA9-37370B010AB1}" type="presParOf" srcId="{263C9E7C-0C06-46B0-9268-4FA8351BE38B}" destId="{F9AB9CFD-4A65-4B03-A662-254F8BCCB7A2}"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23B988F-73F9-4B11-B917-83D690B91867}"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73DC2E50-00E9-4291-907C-73C656ED1033}">
      <dgm:prSet/>
      <dgm:spPr/>
      <dgm:t>
        <a:bodyPr/>
        <a:lstStyle/>
        <a:p>
          <a:r>
            <a:rPr lang="pl-PL"/>
            <a:t>Wszystkie scenariusze razem</a:t>
          </a:r>
          <a:endParaRPr lang="en-US"/>
        </a:p>
      </dgm:t>
    </dgm:pt>
    <dgm:pt modelId="{3D82E5B3-F2B1-44C3-8BB0-BCCEAE380E42}" type="parTrans" cxnId="{5BBE1B5F-C1A1-464C-86F1-CD5350329ED4}">
      <dgm:prSet/>
      <dgm:spPr/>
      <dgm:t>
        <a:bodyPr/>
        <a:lstStyle/>
        <a:p>
          <a:endParaRPr lang="en-US"/>
        </a:p>
      </dgm:t>
    </dgm:pt>
    <dgm:pt modelId="{04229D05-D508-45A8-9242-92E412E77701}" type="sibTrans" cxnId="{5BBE1B5F-C1A1-464C-86F1-CD5350329ED4}">
      <dgm:prSet/>
      <dgm:spPr/>
      <dgm:t>
        <a:bodyPr/>
        <a:lstStyle/>
        <a:p>
          <a:endParaRPr lang="en-US"/>
        </a:p>
      </dgm:t>
    </dgm:pt>
    <dgm:pt modelId="{7A720811-4E09-46A8-B650-CDE3FC503E2D}">
      <dgm:prSet/>
      <dgm:spPr/>
      <dgm:t>
        <a:bodyPr/>
        <a:lstStyle/>
        <a:p>
          <a:r>
            <a:rPr lang="pl-PL"/>
            <a:t>Scenariusz MOST</a:t>
          </a:r>
          <a:endParaRPr lang="en-US"/>
        </a:p>
      </dgm:t>
    </dgm:pt>
    <dgm:pt modelId="{510164BD-2760-421D-9356-92BC5AAFF821}" type="parTrans" cxnId="{DFCA4C55-8FBB-4206-B387-582A92DE71D1}">
      <dgm:prSet/>
      <dgm:spPr/>
      <dgm:t>
        <a:bodyPr/>
        <a:lstStyle/>
        <a:p>
          <a:endParaRPr lang="en-US"/>
        </a:p>
      </dgm:t>
    </dgm:pt>
    <dgm:pt modelId="{F038CF38-DEC0-4DEE-A4EA-840A4067602E}" type="sibTrans" cxnId="{DFCA4C55-8FBB-4206-B387-582A92DE71D1}">
      <dgm:prSet/>
      <dgm:spPr/>
      <dgm:t>
        <a:bodyPr/>
        <a:lstStyle/>
        <a:p>
          <a:endParaRPr lang="en-US"/>
        </a:p>
      </dgm:t>
    </dgm:pt>
    <dgm:pt modelId="{B87A0913-6F1D-43A7-B236-B3362B7341B3}">
      <dgm:prSet/>
      <dgm:spPr/>
      <dgm:t>
        <a:bodyPr/>
        <a:lstStyle/>
        <a:p>
          <a:r>
            <a:rPr lang="pl-PL"/>
            <a:t>Scenariusz LAS</a:t>
          </a:r>
          <a:endParaRPr lang="en-US"/>
        </a:p>
      </dgm:t>
    </dgm:pt>
    <dgm:pt modelId="{6D0DEDA2-9300-408D-AD5F-52F61C4128D0}" type="parTrans" cxnId="{5C38E60C-5A81-4CC5-A7DC-6B73CA5132BF}">
      <dgm:prSet/>
      <dgm:spPr/>
      <dgm:t>
        <a:bodyPr/>
        <a:lstStyle/>
        <a:p>
          <a:endParaRPr lang="en-US"/>
        </a:p>
      </dgm:t>
    </dgm:pt>
    <dgm:pt modelId="{A3CE0189-CD3C-4709-96B4-B27F88A4B43A}" type="sibTrans" cxnId="{5C38E60C-5A81-4CC5-A7DC-6B73CA5132BF}">
      <dgm:prSet/>
      <dgm:spPr/>
      <dgm:t>
        <a:bodyPr/>
        <a:lstStyle/>
        <a:p>
          <a:endParaRPr lang="en-US"/>
        </a:p>
      </dgm:t>
    </dgm:pt>
    <dgm:pt modelId="{7C99269F-959A-4444-A766-BD7234C5285E}">
      <dgm:prSet/>
      <dgm:spPr/>
      <dgm:t>
        <a:bodyPr/>
        <a:lstStyle/>
        <a:p>
          <a:r>
            <a:rPr lang="pl-PL"/>
            <a:t>Scenariusz TEST STROOPA</a:t>
          </a:r>
          <a:endParaRPr lang="en-US"/>
        </a:p>
      </dgm:t>
    </dgm:pt>
    <dgm:pt modelId="{43390133-A001-453A-91BD-48B056ED0646}" type="parTrans" cxnId="{96D42755-7C01-4283-9C6A-BCCF3999BBE8}">
      <dgm:prSet/>
      <dgm:spPr/>
      <dgm:t>
        <a:bodyPr/>
        <a:lstStyle/>
        <a:p>
          <a:endParaRPr lang="en-US"/>
        </a:p>
      </dgm:t>
    </dgm:pt>
    <dgm:pt modelId="{879B98D5-401F-4FA6-8723-B1F6DCE1456D}" type="sibTrans" cxnId="{96D42755-7C01-4283-9C6A-BCCF3999BBE8}">
      <dgm:prSet/>
      <dgm:spPr/>
      <dgm:t>
        <a:bodyPr/>
        <a:lstStyle/>
        <a:p>
          <a:endParaRPr lang="en-US"/>
        </a:p>
      </dgm:t>
    </dgm:pt>
    <dgm:pt modelId="{263C9E7C-0C06-46B0-9268-4FA8351BE38B}" type="pres">
      <dgm:prSet presAssocID="{D23B988F-73F9-4B11-B917-83D690B91867}" presName="diagram" presStyleCnt="0">
        <dgm:presLayoutVars>
          <dgm:dir/>
          <dgm:resizeHandles val="exact"/>
        </dgm:presLayoutVars>
      </dgm:prSet>
      <dgm:spPr/>
    </dgm:pt>
    <dgm:pt modelId="{AB16B61E-3EBF-42DC-BF6D-FC05D41A0580}" type="pres">
      <dgm:prSet presAssocID="{73DC2E50-00E9-4291-907C-73C656ED1033}" presName="node" presStyleLbl="node1" presStyleIdx="0" presStyleCnt="4">
        <dgm:presLayoutVars>
          <dgm:bulletEnabled val="1"/>
        </dgm:presLayoutVars>
      </dgm:prSet>
      <dgm:spPr/>
    </dgm:pt>
    <dgm:pt modelId="{33686A42-41ED-4F22-A763-CF91BFB33A4E}" type="pres">
      <dgm:prSet presAssocID="{04229D05-D508-45A8-9242-92E412E77701}" presName="sibTrans" presStyleCnt="0"/>
      <dgm:spPr/>
    </dgm:pt>
    <dgm:pt modelId="{CE123EB2-4FFE-441C-94DE-92D030F5BA52}" type="pres">
      <dgm:prSet presAssocID="{7A720811-4E09-46A8-B650-CDE3FC503E2D}" presName="node" presStyleLbl="node1" presStyleIdx="1" presStyleCnt="4">
        <dgm:presLayoutVars>
          <dgm:bulletEnabled val="1"/>
        </dgm:presLayoutVars>
      </dgm:prSet>
      <dgm:spPr/>
    </dgm:pt>
    <dgm:pt modelId="{586DD855-9D23-4EA8-88AF-B29D4AD48B80}" type="pres">
      <dgm:prSet presAssocID="{F038CF38-DEC0-4DEE-A4EA-840A4067602E}" presName="sibTrans" presStyleCnt="0"/>
      <dgm:spPr/>
    </dgm:pt>
    <dgm:pt modelId="{5AC3F936-7AB8-47E5-A496-B68E28B954BC}" type="pres">
      <dgm:prSet presAssocID="{B87A0913-6F1D-43A7-B236-B3362B7341B3}" presName="node" presStyleLbl="node1" presStyleIdx="2" presStyleCnt="4">
        <dgm:presLayoutVars>
          <dgm:bulletEnabled val="1"/>
        </dgm:presLayoutVars>
      </dgm:prSet>
      <dgm:spPr/>
    </dgm:pt>
    <dgm:pt modelId="{59DEDACD-2627-4B91-9F4B-34DC76CF1B96}" type="pres">
      <dgm:prSet presAssocID="{A3CE0189-CD3C-4709-96B4-B27F88A4B43A}" presName="sibTrans" presStyleCnt="0"/>
      <dgm:spPr/>
    </dgm:pt>
    <dgm:pt modelId="{F9AB9CFD-4A65-4B03-A662-254F8BCCB7A2}" type="pres">
      <dgm:prSet presAssocID="{7C99269F-959A-4444-A766-BD7234C5285E}" presName="node" presStyleLbl="node1" presStyleIdx="3" presStyleCnt="4">
        <dgm:presLayoutVars>
          <dgm:bulletEnabled val="1"/>
        </dgm:presLayoutVars>
      </dgm:prSet>
      <dgm:spPr/>
    </dgm:pt>
  </dgm:ptLst>
  <dgm:cxnLst>
    <dgm:cxn modelId="{5AF8A603-1150-4F6A-B7F5-174E3EAE1C0E}" type="presOf" srcId="{B87A0913-6F1D-43A7-B236-B3362B7341B3}" destId="{5AC3F936-7AB8-47E5-A496-B68E28B954BC}" srcOrd="0" destOrd="0" presId="urn:microsoft.com/office/officeart/2005/8/layout/default"/>
    <dgm:cxn modelId="{5C38E60C-5A81-4CC5-A7DC-6B73CA5132BF}" srcId="{D23B988F-73F9-4B11-B917-83D690B91867}" destId="{B87A0913-6F1D-43A7-B236-B3362B7341B3}" srcOrd="2" destOrd="0" parTransId="{6D0DEDA2-9300-408D-AD5F-52F61C4128D0}" sibTransId="{A3CE0189-CD3C-4709-96B4-B27F88A4B43A}"/>
    <dgm:cxn modelId="{BE9E5212-2BE1-465E-BBEB-67ACAF6E2BA1}" type="presOf" srcId="{D23B988F-73F9-4B11-B917-83D690B91867}" destId="{263C9E7C-0C06-46B0-9268-4FA8351BE38B}" srcOrd="0" destOrd="0" presId="urn:microsoft.com/office/officeart/2005/8/layout/default"/>
    <dgm:cxn modelId="{EB04AC32-EAEC-4907-8DEF-2435C3D17CF9}" type="presOf" srcId="{73DC2E50-00E9-4291-907C-73C656ED1033}" destId="{AB16B61E-3EBF-42DC-BF6D-FC05D41A0580}" srcOrd="0" destOrd="0" presId="urn:microsoft.com/office/officeart/2005/8/layout/default"/>
    <dgm:cxn modelId="{9118735E-1A0C-4902-AE03-83060800A7B0}" type="presOf" srcId="{7C99269F-959A-4444-A766-BD7234C5285E}" destId="{F9AB9CFD-4A65-4B03-A662-254F8BCCB7A2}" srcOrd="0" destOrd="0" presId="urn:microsoft.com/office/officeart/2005/8/layout/default"/>
    <dgm:cxn modelId="{5BBE1B5F-C1A1-464C-86F1-CD5350329ED4}" srcId="{D23B988F-73F9-4B11-B917-83D690B91867}" destId="{73DC2E50-00E9-4291-907C-73C656ED1033}" srcOrd="0" destOrd="0" parTransId="{3D82E5B3-F2B1-44C3-8BB0-BCCEAE380E42}" sibTransId="{04229D05-D508-45A8-9242-92E412E77701}"/>
    <dgm:cxn modelId="{D9C60444-519F-470F-8BDD-0206C47195ED}" type="presOf" srcId="{7A720811-4E09-46A8-B650-CDE3FC503E2D}" destId="{CE123EB2-4FFE-441C-94DE-92D030F5BA52}" srcOrd="0" destOrd="0" presId="urn:microsoft.com/office/officeart/2005/8/layout/default"/>
    <dgm:cxn modelId="{96D42755-7C01-4283-9C6A-BCCF3999BBE8}" srcId="{D23B988F-73F9-4B11-B917-83D690B91867}" destId="{7C99269F-959A-4444-A766-BD7234C5285E}" srcOrd="3" destOrd="0" parTransId="{43390133-A001-453A-91BD-48B056ED0646}" sibTransId="{879B98D5-401F-4FA6-8723-B1F6DCE1456D}"/>
    <dgm:cxn modelId="{DFCA4C55-8FBB-4206-B387-582A92DE71D1}" srcId="{D23B988F-73F9-4B11-B917-83D690B91867}" destId="{7A720811-4E09-46A8-B650-CDE3FC503E2D}" srcOrd="1" destOrd="0" parTransId="{510164BD-2760-421D-9356-92BC5AAFF821}" sibTransId="{F038CF38-DEC0-4DEE-A4EA-840A4067602E}"/>
    <dgm:cxn modelId="{E7600544-6B06-4B1E-8CAB-B9165BB8BAB5}" type="presParOf" srcId="{263C9E7C-0C06-46B0-9268-4FA8351BE38B}" destId="{AB16B61E-3EBF-42DC-BF6D-FC05D41A0580}" srcOrd="0" destOrd="0" presId="urn:microsoft.com/office/officeart/2005/8/layout/default"/>
    <dgm:cxn modelId="{3D5F9BED-EE5A-422B-9592-2AA523481910}" type="presParOf" srcId="{263C9E7C-0C06-46B0-9268-4FA8351BE38B}" destId="{33686A42-41ED-4F22-A763-CF91BFB33A4E}" srcOrd="1" destOrd="0" presId="urn:microsoft.com/office/officeart/2005/8/layout/default"/>
    <dgm:cxn modelId="{5336818A-EEEE-4896-A18C-A20D18728DEB}" type="presParOf" srcId="{263C9E7C-0C06-46B0-9268-4FA8351BE38B}" destId="{CE123EB2-4FFE-441C-94DE-92D030F5BA52}" srcOrd="2" destOrd="0" presId="urn:microsoft.com/office/officeart/2005/8/layout/default"/>
    <dgm:cxn modelId="{48018122-2A2F-4C04-8A7A-A535DCB50B6E}" type="presParOf" srcId="{263C9E7C-0C06-46B0-9268-4FA8351BE38B}" destId="{586DD855-9D23-4EA8-88AF-B29D4AD48B80}" srcOrd="3" destOrd="0" presId="urn:microsoft.com/office/officeart/2005/8/layout/default"/>
    <dgm:cxn modelId="{A641A095-CFFE-424E-B308-173C057DFBCA}" type="presParOf" srcId="{263C9E7C-0C06-46B0-9268-4FA8351BE38B}" destId="{5AC3F936-7AB8-47E5-A496-B68E28B954BC}" srcOrd="4" destOrd="0" presId="urn:microsoft.com/office/officeart/2005/8/layout/default"/>
    <dgm:cxn modelId="{490F6D82-A953-4C36-B3D5-1AC80A688B17}" type="presParOf" srcId="{263C9E7C-0C06-46B0-9268-4FA8351BE38B}" destId="{59DEDACD-2627-4B91-9F4B-34DC76CF1B96}" srcOrd="5" destOrd="0" presId="urn:microsoft.com/office/officeart/2005/8/layout/default"/>
    <dgm:cxn modelId="{A96E91C8-2461-41F3-AAA9-37370B010AB1}" type="presParOf" srcId="{263C9E7C-0C06-46B0-9268-4FA8351BE38B}" destId="{F9AB9CFD-4A65-4B03-A662-254F8BCCB7A2}"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943BA46-A5B7-4AF4-A0BA-09044F3F9213}"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73A887FA-9A6E-4DD4-AAC8-8D6CE5467AE0}">
      <dgm:prSet/>
      <dgm:spPr/>
      <dgm:t>
        <a:bodyPr/>
        <a:lstStyle/>
        <a:p>
          <a:r>
            <a:rPr lang="pl-PL" dirty="0"/>
            <a:t>Wyniki miary efektu Cohena wskazują, że parametry chodu grup różniły się co najmniej umiarkowanie z przewagą grupy kontrolnej (o czym świadczą ujemne wartości d - średnie w grupie badanej są mniejsze niż w grupie kontrolnej).</a:t>
          </a:r>
          <a:endParaRPr lang="en-US" dirty="0"/>
        </a:p>
      </dgm:t>
    </dgm:pt>
    <dgm:pt modelId="{D38FBA1D-4B06-4D50-903D-0C6EF10E8A9A}" type="parTrans" cxnId="{47F77332-664B-4603-AF55-5993197D0FB7}">
      <dgm:prSet/>
      <dgm:spPr/>
      <dgm:t>
        <a:bodyPr/>
        <a:lstStyle/>
        <a:p>
          <a:endParaRPr lang="en-US"/>
        </a:p>
      </dgm:t>
    </dgm:pt>
    <dgm:pt modelId="{66DAA531-18C8-45EE-8C3B-951FF9C456FE}" type="sibTrans" cxnId="{47F77332-664B-4603-AF55-5993197D0FB7}">
      <dgm:prSet/>
      <dgm:spPr/>
      <dgm:t>
        <a:bodyPr/>
        <a:lstStyle/>
        <a:p>
          <a:endParaRPr lang="en-US"/>
        </a:p>
      </dgm:t>
    </dgm:pt>
    <dgm:pt modelId="{28190E0D-5043-45FE-A6B2-FE5E428AA5A9}">
      <dgm:prSet/>
      <dgm:spPr/>
      <dgm:t>
        <a:bodyPr/>
        <a:lstStyle/>
        <a:p>
          <a:r>
            <a:rPr lang="pl-PL" dirty="0"/>
            <a:t>Największe różnice możemy dostrzec w przypadku analizy scenariuszu LAS - |d| przy wielu parametrach przekraczało 1, co świadczy o bardzo silnej różnicy między grupami.</a:t>
          </a:r>
          <a:endParaRPr lang="en-US" dirty="0"/>
        </a:p>
      </dgm:t>
    </dgm:pt>
    <dgm:pt modelId="{C2143154-4F5E-4D29-B496-691D3530FA8D}" type="parTrans" cxnId="{7F01EE76-E96C-4734-8B6A-BEACB1B05E01}">
      <dgm:prSet/>
      <dgm:spPr/>
      <dgm:t>
        <a:bodyPr/>
        <a:lstStyle/>
        <a:p>
          <a:endParaRPr lang="en-US"/>
        </a:p>
      </dgm:t>
    </dgm:pt>
    <dgm:pt modelId="{12CAFCFC-5CCC-48A2-A680-9346C5DAEB3B}" type="sibTrans" cxnId="{7F01EE76-E96C-4734-8B6A-BEACB1B05E01}">
      <dgm:prSet/>
      <dgm:spPr/>
      <dgm:t>
        <a:bodyPr/>
        <a:lstStyle/>
        <a:p>
          <a:endParaRPr lang="en-US"/>
        </a:p>
      </dgm:t>
    </dgm:pt>
    <dgm:pt modelId="{EAF59D9D-BE6A-4F45-92D5-7A2CF5FE4D39}">
      <dgm:prSet/>
      <dgm:spPr/>
      <dgm:t>
        <a:bodyPr/>
        <a:lstStyle/>
        <a:p>
          <a:r>
            <a:rPr lang="pl-PL" dirty="0"/>
            <a:t>Najciekawszym przypadkiem jest TEST STROOPA, gdzie różnice między grupą badaną a kontrolną były najmniej wyraźne. Prawdopodobnie wynika to ze specyfiki tego testu, który silnie angażuje zarówno funkcje wykonawcze jak i funkcje poznawcze.</a:t>
          </a:r>
          <a:endParaRPr lang="en-US" dirty="0"/>
        </a:p>
      </dgm:t>
    </dgm:pt>
    <dgm:pt modelId="{F636DF0F-20AC-48A5-AF52-4AD15E339878}" type="parTrans" cxnId="{38654E17-B234-4C5C-B5AE-E043D4E29D24}">
      <dgm:prSet/>
      <dgm:spPr/>
      <dgm:t>
        <a:bodyPr/>
        <a:lstStyle/>
        <a:p>
          <a:endParaRPr lang="en-US"/>
        </a:p>
      </dgm:t>
    </dgm:pt>
    <dgm:pt modelId="{95198060-7EC4-46FE-9917-6D86E52FAEB3}" type="sibTrans" cxnId="{38654E17-B234-4C5C-B5AE-E043D4E29D24}">
      <dgm:prSet/>
      <dgm:spPr/>
      <dgm:t>
        <a:bodyPr/>
        <a:lstStyle/>
        <a:p>
          <a:endParaRPr lang="en-US"/>
        </a:p>
      </dgm:t>
    </dgm:pt>
    <dgm:pt modelId="{1DD3FD3A-90A5-41A9-8B1A-9440F82ED197}" type="pres">
      <dgm:prSet presAssocID="{3943BA46-A5B7-4AF4-A0BA-09044F3F9213}" presName="vert0" presStyleCnt="0">
        <dgm:presLayoutVars>
          <dgm:dir/>
          <dgm:animOne val="branch"/>
          <dgm:animLvl val="lvl"/>
        </dgm:presLayoutVars>
      </dgm:prSet>
      <dgm:spPr/>
    </dgm:pt>
    <dgm:pt modelId="{EC788E4B-70EB-4C7E-9AAC-884AEC11ABD4}" type="pres">
      <dgm:prSet presAssocID="{73A887FA-9A6E-4DD4-AAC8-8D6CE5467AE0}" presName="thickLine" presStyleLbl="alignNode1" presStyleIdx="0" presStyleCnt="3"/>
      <dgm:spPr/>
    </dgm:pt>
    <dgm:pt modelId="{97F971ED-C4BD-40EF-BEC0-62ED5F1AAB5B}" type="pres">
      <dgm:prSet presAssocID="{73A887FA-9A6E-4DD4-AAC8-8D6CE5467AE0}" presName="horz1" presStyleCnt="0"/>
      <dgm:spPr/>
    </dgm:pt>
    <dgm:pt modelId="{650C61D3-224D-4EE3-99A3-EA39F9F6E124}" type="pres">
      <dgm:prSet presAssocID="{73A887FA-9A6E-4DD4-AAC8-8D6CE5467AE0}" presName="tx1" presStyleLbl="revTx" presStyleIdx="0" presStyleCnt="3"/>
      <dgm:spPr/>
    </dgm:pt>
    <dgm:pt modelId="{0944635A-4F13-4434-8286-8C5DD8763635}" type="pres">
      <dgm:prSet presAssocID="{73A887FA-9A6E-4DD4-AAC8-8D6CE5467AE0}" presName="vert1" presStyleCnt="0"/>
      <dgm:spPr/>
    </dgm:pt>
    <dgm:pt modelId="{42516760-61F5-4BA3-AC05-742D4AD3ED74}" type="pres">
      <dgm:prSet presAssocID="{28190E0D-5043-45FE-A6B2-FE5E428AA5A9}" presName="thickLine" presStyleLbl="alignNode1" presStyleIdx="1" presStyleCnt="3"/>
      <dgm:spPr/>
    </dgm:pt>
    <dgm:pt modelId="{3601E6DC-C9BC-4A2E-A6F4-E21DC9EF2358}" type="pres">
      <dgm:prSet presAssocID="{28190E0D-5043-45FE-A6B2-FE5E428AA5A9}" presName="horz1" presStyleCnt="0"/>
      <dgm:spPr/>
    </dgm:pt>
    <dgm:pt modelId="{54D93755-6B5F-4363-B189-1D6987E4407A}" type="pres">
      <dgm:prSet presAssocID="{28190E0D-5043-45FE-A6B2-FE5E428AA5A9}" presName="tx1" presStyleLbl="revTx" presStyleIdx="1" presStyleCnt="3"/>
      <dgm:spPr/>
    </dgm:pt>
    <dgm:pt modelId="{C3F910BC-15D7-4E2B-8D1B-E00A5E68075E}" type="pres">
      <dgm:prSet presAssocID="{28190E0D-5043-45FE-A6B2-FE5E428AA5A9}" presName="vert1" presStyleCnt="0"/>
      <dgm:spPr/>
    </dgm:pt>
    <dgm:pt modelId="{F17463BF-98FC-48D2-87BD-D1FEE32CA709}" type="pres">
      <dgm:prSet presAssocID="{EAF59D9D-BE6A-4F45-92D5-7A2CF5FE4D39}" presName="thickLine" presStyleLbl="alignNode1" presStyleIdx="2" presStyleCnt="3"/>
      <dgm:spPr/>
    </dgm:pt>
    <dgm:pt modelId="{4B223D1B-3622-455F-9866-10E6A472EFD2}" type="pres">
      <dgm:prSet presAssocID="{EAF59D9D-BE6A-4F45-92D5-7A2CF5FE4D39}" presName="horz1" presStyleCnt="0"/>
      <dgm:spPr/>
    </dgm:pt>
    <dgm:pt modelId="{026C9FE9-CE22-47AA-AF62-25743AE728A4}" type="pres">
      <dgm:prSet presAssocID="{EAF59D9D-BE6A-4F45-92D5-7A2CF5FE4D39}" presName="tx1" presStyleLbl="revTx" presStyleIdx="2" presStyleCnt="3"/>
      <dgm:spPr/>
    </dgm:pt>
    <dgm:pt modelId="{5EB5311C-5053-4E45-8813-5353280429E6}" type="pres">
      <dgm:prSet presAssocID="{EAF59D9D-BE6A-4F45-92D5-7A2CF5FE4D39}" presName="vert1" presStyleCnt="0"/>
      <dgm:spPr/>
    </dgm:pt>
  </dgm:ptLst>
  <dgm:cxnLst>
    <dgm:cxn modelId="{CF9BE708-6730-4EF5-BC07-830CC62322E5}" type="presOf" srcId="{28190E0D-5043-45FE-A6B2-FE5E428AA5A9}" destId="{54D93755-6B5F-4363-B189-1D6987E4407A}" srcOrd="0" destOrd="0" presId="urn:microsoft.com/office/officeart/2008/layout/LinedList"/>
    <dgm:cxn modelId="{38654E17-B234-4C5C-B5AE-E043D4E29D24}" srcId="{3943BA46-A5B7-4AF4-A0BA-09044F3F9213}" destId="{EAF59D9D-BE6A-4F45-92D5-7A2CF5FE4D39}" srcOrd="2" destOrd="0" parTransId="{F636DF0F-20AC-48A5-AF52-4AD15E339878}" sibTransId="{95198060-7EC4-46FE-9917-6D86E52FAEB3}"/>
    <dgm:cxn modelId="{6A22D019-5982-4BBB-8E27-20611917B5D8}" type="presOf" srcId="{EAF59D9D-BE6A-4F45-92D5-7A2CF5FE4D39}" destId="{026C9FE9-CE22-47AA-AF62-25743AE728A4}" srcOrd="0" destOrd="0" presId="urn:microsoft.com/office/officeart/2008/layout/LinedList"/>
    <dgm:cxn modelId="{47F77332-664B-4603-AF55-5993197D0FB7}" srcId="{3943BA46-A5B7-4AF4-A0BA-09044F3F9213}" destId="{73A887FA-9A6E-4DD4-AAC8-8D6CE5467AE0}" srcOrd="0" destOrd="0" parTransId="{D38FBA1D-4B06-4D50-903D-0C6EF10E8A9A}" sibTransId="{66DAA531-18C8-45EE-8C3B-951FF9C456FE}"/>
    <dgm:cxn modelId="{7F01EE76-E96C-4734-8B6A-BEACB1B05E01}" srcId="{3943BA46-A5B7-4AF4-A0BA-09044F3F9213}" destId="{28190E0D-5043-45FE-A6B2-FE5E428AA5A9}" srcOrd="1" destOrd="0" parTransId="{C2143154-4F5E-4D29-B496-691D3530FA8D}" sibTransId="{12CAFCFC-5CCC-48A2-A680-9346C5DAEB3B}"/>
    <dgm:cxn modelId="{9936C29E-6976-4B79-B45A-84C980135A1C}" type="presOf" srcId="{73A887FA-9A6E-4DD4-AAC8-8D6CE5467AE0}" destId="{650C61D3-224D-4EE3-99A3-EA39F9F6E124}" srcOrd="0" destOrd="0" presId="urn:microsoft.com/office/officeart/2008/layout/LinedList"/>
    <dgm:cxn modelId="{579642DF-1574-4F59-A5D5-3F8F45CDF50C}" type="presOf" srcId="{3943BA46-A5B7-4AF4-A0BA-09044F3F9213}" destId="{1DD3FD3A-90A5-41A9-8B1A-9440F82ED197}" srcOrd="0" destOrd="0" presId="urn:microsoft.com/office/officeart/2008/layout/LinedList"/>
    <dgm:cxn modelId="{68F52043-CCC0-42D5-B5C3-70A330705D7C}" type="presParOf" srcId="{1DD3FD3A-90A5-41A9-8B1A-9440F82ED197}" destId="{EC788E4B-70EB-4C7E-9AAC-884AEC11ABD4}" srcOrd="0" destOrd="0" presId="urn:microsoft.com/office/officeart/2008/layout/LinedList"/>
    <dgm:cxn modelId="{D69558F2-4CFE-42A8-8D95-50B9BB0485C4}" type="presParOf" srcId="{1DD3FD3A-90A5-41A9-8B1A-9440F82ED197}" destId="{97F971ED-C4BD-40EF-BEC0-62ED5F1AAB5B}" srcOrd="1" destOrd="0" presId="urn:microsoft.com/office/officeart/2008/layout/LinedList"/>
    <dgm:cxn modelId="{DF4BD1CD-230E-4B63-95F9-12741977B675}" type="presParOf" srcId="{97F971ED-C4BD-40EF-BEC0-62ED5F1AAB5B}" destId="{650C61D3-224D-4EE3-99A3-EA39F9F6E124}" srcOrd="0" destOrd="0" presId="urn:microsoft.com/office/officeart/2008/layout/LinedList"/>
    <dgm:cxn modelId="{2965B425-946B-4E76-A657-65A531C31A97}" type="presParOf" srcId="{97F971ED-C4BD-40EF-BEC0-62ED5F1AAB5B}" destId="{0944635A-4F13-4434-8286-8C5DD8763635}" srcOrd="1" destOrd="0" presId="urn:microsoft.com/office/officeart/2008/layout/LinedList"/>
    <dgm:cxn modelId="{9B8991D3-3B4E-457B-B40D-987D7E05B8EC}" type="presParOf" srcId="{1DD3FD3A-90A5-41A9-8B1A-9440F82ED197}" destId="{42516760-61F5-4BA3-AC05-742D4AD3ED74}" srcOrd="2" destOrd="0" presId="urn:microsoft.com/office/officeart/2008/layout/LinedList"/>
    <dgm:cxn modelId="{368701FF-EFAE-498C-8611-A98BAD41C699}" type="presParOf" srcId="{1DD3FD3A-90A5-41A9-8B1A-9440F82ED197}" destId="{3601E6DC-C9BC-4A2E-A6F4-E21DC9EF2358}" srcOrd="3" destOrd="0" presId="urn:microsoft.com/office/officeart/2008/layout/LinedList"/>
    <dgm:cxn modelId="{31FF1295-9A40-4FBE-B2ED-8C5BBA41CE0F}" type="presParOf" srcId="{3601E6DC-C9BC-4A2E-A6F4-E21DC9EF2358}" destId="{54D93755-6B5F-4363-B189-1D6987E4407A}" srcOrd="0" destOrd="0" presId="urn:microsoft.com/office/officeart/2008/layout/LinedList"/>
    <dgm:cxn modelId="{303D51B7-35E4-40A2-8DB1-6DA424408C0C}" type="presParOf" srcId="{3601E6DC-C9BC-4A2E-A6F4-E21DC9EF2358}" destId="{C3F910BC-15D7-4E2B-8D1B-E00A5E68075E}" srcOrd="1" destOrd="0" presId="urn:microsoft.com/office/officeart/2008/layout/LinedList"/>
    <dgm:cxn modelId="{841EC3F8-7B4C-49A7-88E8-1542B57EF645}" type="presParOf" srcId="{1DD3FD3A-90A5-41A9-8B1A-9440F82ED197}" destId="{F17463BF-98FC-48D2-87BD-D1FEE32CA709}" srcOrd="4" destOrd="0" presId="urn:microsoft.com/office/officeart/2008/layout/LinedList"/>
    <dgm:cxn modelId="{46CF90C1-CD1F-423C-9AC4-AEFAD4931441}" type="presParOf" srcId="{1DD3FD3A-90A5-41A9-8B1A-9440F82ED197}" destId="{4B223D1B-3622-455F-9866-10E6A472EFD2}" srcOrd="5" destOrd="0" presId="urn:microsoft.com/office/officeart/2008/layout/LinedList"/>
    <dgm:cxn modelId="{EA666CB6-CBEC-4837-8486-D9D93AF5CDB0}" type="presParOf" srcId="{4B223D1B-3622-455F-9866-10E6A472EFD2}" destId="{026C9FE9-CE22-47AA-AF62-25743AE728A4}" srcOrd="0" destOrd="0" presId="urn:microsoft.com/office/officeart/2008/layout/LinedList"/>
    <dgm:cxn modelId="{A77F6F0A-9864-437A-BB1D-62A13161CCCC}" type="presParOf" srcId="{4B223D1B-3622-455F-9866-10E6A472EFD2}" destId="{5EB5311C-5053-4E45-8813-5353280429E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16B61E-3EBF-42DC-BF6D-FC05D41A0580}">
      <dsp:nvSpPr>
        <dsp:cNvPr id="0" name=""/>
        <dsp:cNvSpPr/>
      </dsp:nvSpPr>
      <dsp:spPr>
        <a:xfrm>
          <a:off x="624" y="890929"/>
          <a:ext cx="2435353" cy="1461212"/>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pl-PL" sz="2900" kern="1200"/>
            <a:t>Wszystkie scenariusze razem</a:t>
          </a:r>
          <a:endParaRPr lang="en-US" sz="2900" kern="1200"/>
        </a:p>
      </dsp:txBody>
      <dsp:txXfrm>
        <a:off x="624" y="890929"/>
        <a:ext cx="2435353" cy="1461212"/>
      </dsp:txXfrm>
    </dsp:sp>
    <dsp:sp modelId="{CE123EB2-4FFE-441C-94DE-92D030F5BA52}">
      <dsp:nvSpPr>
        <dsp:cNvPr id="0" name=""/>
        <dsp:cNvSpPr/>
      </dsp:nvSpPr>
      <dsp:spPr>
        <a:xfrm>
          <a:off x="2679513" y="890929"/>
          <a:ext cx="2435353" cy="1461212"/>
        </a:xfrm>
        <a:prstGeom prst="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pl-PL" sz="2900" kern="1200"/>
            <a:t>Scenariusz MOST</a:t>
          </a:r>
          <a:endParaRPr lang="en-US" sz="2900" kern="1200"/>
        </a:p>
      </dsp:txBody>
      <dsp:txXfrm>
        <a:off x="2679513" y="890929"/>
        <a:ext cx="2435353" cy="1461212"/>
      </dsp:txXfrm>
    </dsp:sp>
    <dsp:sp modelId="{5AC3F936-7AB8-47E5-A496-B68E28B954BC}">
      <dsp:nvSpPr>
        <dsp:cNvPr id="0" name=""/>
        <dsp:cNvSpPr/>
      </dsp:nvSpPr>
      <dsp:spPr>
        <a:xfrm>
          <a:off x="624" y="2595676"/>
          <a:ext cx="2435353" cy="1461212"/>
        </a:xfrm>
        <a:prstGeom prst="rec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pl-PL" sz="2900" kern="1200"/>
            <a:t>Scenariusz LAS</a:t>
          </a:r>
          <a:endParaRPr lang="en-US" sz="2900" kern="1200"/>
        </a:p>
      </dsp:txBody>
      <dsp:txXfrm>
        <a:off x="624" y="2595676"/>
        <a:ext cx="2435353" cy="1461212"/>
      </dsp:txXfrm>
    </dsp:sp>
    <dsp:sp modelId="{F9AB9CFD-4A65-4B03-A662-254F8BCCB7A2}">
      <dsp:nvSpPr>
        <dsp:cNvPr id="0" name=""/>
        <dsp:cNvSpPr/>
      </dsp:nvSpPr>
      <dsp:spPr>
        <a:xfrm>
          <a:off x="2679513" y="2595676"/>
          <a:ext cx="2435353" cy="1461212"/>
        </a:xfrm>
        <a:prstGeom prst="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pl-PL" sz="2900" kern="1200"/>
            <a:t>Scenariusz TEST STROOPA</a:t>
          </a:r>
          <a:endParaRPr lang="en-US" sz="2900" kern="1200"/>
        </a:p>
      </dsp:txBody>
      <dsp:txXfrm>
        <a:off x="2679513" y="2595676"/>
        <a:ext cx="2435353" cy="14612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16B61E-3EBF-42DC-BF6D-FC05D41A0580}">
      <dsp:nvSpPr>
        <dsp:cNvPr id="0" name=""/>
        <dsp:cNvSpPr/>
      </dsp:nvSpPr>
      <dsp:spPr>
        <a:xfrm>
          <a:off x="624" y="890929"/>
          <a:ext cx="2435353" cy="1461212"/>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pl-PL" sz="2900" kern="1200"/>
            <a:t>Wszystkie scenariusze razem</a:t>
          </a:r>
          <a:endParaRPr lang="en-US" sz="2900" kern="1200"/>
        </a:p>
      </dsp:txBody>
      <dsp:txXfrm>
        <a:off x="624" y="890929"/>
        <a:ext cx="2435353" cy="1461212"/>
      </dsp:txXfrm>
    </dsp:sp>
    <dsp:sp modelId="{CE123EB2-4FFE-441C-94DE-92D030F5BA52}">
      <dsp:nvSpPr>
        <dsp:cNvPr id="0" name=""/>
        <dsp:cNvSpPr/>
      </dsp:nvSpPr>
      <dsp:spPr>
        <a:xfrm>
          <a:off x="2679513" y="890929"/>
          <a:ext cx="2435353" cy="1461212"/>
        </a:xfrm>
        <a:prstGeom prst="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pl-PL" sz="2900" kern="1200"/>
            <a:t>Scenariusz MOST</a:t>
          </a:r>
          <a:endParaRPr lang="en-US" sz="2900" kern="1200"/>
        </a:p>
      </dsp:txBody>
      <dsp:txXfrm>
        <a:off x="2679513" y="890929"/>
        <a:ext cx="2435353" cy="1461212"/>
      </dsp:txXfrm>
    </dsp:sp>
    <dsp:sp modelId="{5AC3F936-7AB8-47E5-A496-B68E28B954BC}">
      <dsp:nvSpPr>
        <dsp:cNvPr id="0" name=""/>
        <dsp:cNvSpPr/>
      </dsp:nvSpPr>
      <dsp:spPr>
        <a:xfrm>
          <a:off x="624" y="2595676"/>
          <a:ext cx="2435353" cy="1461212"/>
        </a:xfrm>
        <a:prstGeom prst="rec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pl-PL" sz="2900" kern="1200"/>
            <a:t>Scenariusz LAS</a:t>
          </a:r>
          <a:endParaRPr lang="en-US" sz="2900" kern="1200"/>
        </a:p>
      </dsp:txBody>
      <dsp:txXfrm>
        <a:off x="624" y="2595676"/>
        <a:ext cx="2435353" cy="1461212"/>
      </dsp:txXfrm>
    </dsp:sp>
    <dsp:sp modelId="{F9AB9CFD-4A65-4B03-A662-254F8BCCB7A2}">
      <dsp:nvSpPr>
        <dsp:cNvPr id="0" name=""/>
        <dsp:cNvSpPr/>
      </dsp:nvSpPr>
      <dsp:spPr>
        <a:xfrm>
          <a:off x="2679513" y="2595676"/>
          <a:ext cx="2435353" cy="1461212"/>
        </a:xfrm>
        <a:prstGeom prst="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pl-PL" sz="2900" kern="1200"/>
            <a:t>Scenariusz TEST STROOPA</a:t>
          </a:r>
          <a:endParaRPr lang="en-US" sz="2900" kern="1200"/>
        </a:p>
      </dsp:txBody>
      <dsp:txXfrm>
        <a:off x="2679513" y="2595676"/>
        <a:ext cx="2435353" cy="14612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788E4B-70EB-4C7E-9AAC-884AEC11ABD4}">
      <dsp:nvSpPr>
        <dsp:cNvPr id="0" name=""/>
        <dsp:cNvSpPr/>
      </dsp:nvSpPr>
      <dsp:spPr>
        <a:xfrm>
          <a:off x="0" y="1985"/>
          <a:ext cx="1033535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50C61D3-224D-4EE3-99A3-EA39F9F6E124}">
      <dsp:nvSpPr>
        <dsp:cNvPr id="0" name=""/>
        <dsp:cNvSpPr/>
      </dsp:nvSpPr>
      <dsp:spPr>
        <a:xfrm>
          <a:off x="0" y="1985"/>
          <a:ext cx="10335350" cy="13541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pl-PL" sz="2200" kern="1200" dirty="0"/>
            <a:t>Wyniki miary efektu Cohena wskazują, że parametry chodu grup różniły się co najmniej umiarkowanie z przewagą grupy kontrolnej (o czym świadczą ujemne wartości d - średnie w grupie badanej są mniejsze niż w grupie kontrolnej).</a:t>
          </a:r>
          <a:endParaRPr lang="en-US" sz="2200" kern="1200" dirty="0"/>
        </a:p>
      </dsp:txBody>
      <dsp:txXfrm>
        <a:off x="0" y="1985"/>
        <a:ext cx="10335350" cy="1354153"/>
      </dsp:txXfrm>
    </dsp:sp>
    <dsp:sp modelId="{42516760-61F5-4BA3-AC05-742D4AD3ED74}">
      <dsp:nvSpPr>
        <dsp:cNvPr id="0" name=""/>
        <dsp:cNvSpPr/>
      </dsp:nvSpPr>
      <dsp:spPr>
        <a:xfrm>
          <a:off x="0" y="1356138"/>
          <a:ext cx="1033535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4D93755-6B5F-4363-B189-1D6987E4407A}">
      <dsp:nvSpPr>
        <dsp:cNvPr id="0" name=""/>
        <dsp:cNvSpPr/>
      </dsp:nvSpPr>
      <dsp:spPr>
        <a:xfrm>
          <a:off x="0" y="1356138"/>
          <a:ext cx="10335350" cy="13541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pl-PL" sz="2200" kern="1200" dirty="0"/>
            <a:t>Największe różnice możemy dostrzec w przypadku analizy scenariuszu LAS - |d| przy wielu parametrach przekraczało 1, co świadczy o bardzo silnej różnicy między grupami.</a:t>
          </a:r>
          <a:endParaRPr lang="en-US" sz="2200" kern="1200" dirty="0"/>
        </a:p>
      </dsp:txBody>
      <dsp:txXfrm>
        <a:off x="0" y="1356138"/>
        <a:ext cx="10335350" cy="1354153"/>
      </dsp:txXfrm>
    </dsp:sp>
    <dsp:sp modelId="{F17463BF-98FC-48D2-87BD-D1FEE32CA709}">
      <dsp:nvSpPr>
        <dsp:cNvPr id="0" name=""/>
        <dsp:cNvSpPr/>
      </dsp:nvSpPr>
      <dsp:spPr>
        <a:xfrm>
          <a:off x="0" y="2710292"/>
          <a:ext cx="10335350"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6C9FE9-CE22-47AA-AF62-25743AE728A4}">
      <dsp:nvSpPr>
        <dsp:cNvPr id="0" name=""/>
        <dsp:cNvSpPr/>
      </dsp:nvSpPr>
      <dsp:spPr>
        <a:xfrm>
          <a:off x="0" y="2710292"/>
          <a:ext cx="10335350" cy="13541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pl-PL" sz="2200" kern="1200" dirty="0"/>
            <a:t>Najciekawszym przypadkiem jest TEST STROOPA, gdzie różnice między grupą badaną a kontrolną były najmniej wyraźne. Prawdopodobnie wynika to ze specyfiki tego testu, który silnie angażuje zarówno funkcje wykonawcze jak i funkcje poznawcze.</a:t>
          </a:r>
          <a:endParaRPr lang="en-US" sz="2200" kern="1200" dirty="0"/>
        </a:p>
      </dsp:txBody>
      <dsp:txXfrm>
        <a:off x="0" y="2710292"/>
        <a:ext cx="10335350" cy="135415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6C5EE7-31BB-4E01-B48A-ACF0D656A5F3}" type="datetimeFigureOut">
              <a:rPr lang="pl-PL" smtClean="0"/>
              <a:t>16.06.2025</a:t>
            </a:fld>
            <a:endParaRPr lang="pl-PL"/>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D563B0-6079-465C-89F6-A459C97F2D98}" type="slidenum">
              <a:rPr lang="pl-PL" smtClean="0"/>
              <a:t>‹#›</a:t>
            </a:fld>
            <a:endParaRPr lang="pl-PL"/>
          </a:p>
        </p:txBody>
      </p:sp>
    </p:spTree>
    <p:extLst>
      <p:ext uri="{BB962C8B-B14F-4D97-AF65-F5344CB8AC3E}">
        <p14:creationId xmlns:p14="http://schemas.microsoft.com/office/powerpoint/2010/main" val="14839044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fld id="{7AD563B0-6079-465C-89F6-A459C97F2D98}" type="slidenum">
              <a:rPr lang="pl-PL" smtClean="0"/>
              <a:t>19</a:t>
            </a:fld>
            <a:endParaRPr lang="pl-PL"/>
          </a:p>
        </p:txBody>
      </p:sp>
    </p:spTree>
    <p:extLst>
      <p:ext uri="{BB962C8B-B14F-4D97-AF65-F5344CB8AC3E}">
        <p14:creationId xmlns:p14="http://schemas.microsoft.com/office/powerpoint/2010/main" val="23370865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fld id="{7AD563B0-6079-465C-89F6-A459C97F2D98}" type="slidenum">
              <a:rPr lang="pl-PL" smtClean="0"/>
              <a:t>28</a:t>
            </a:fld>
            <a:endParaRPr lang="pl-PL"/>
          </a:p>
        </p:txBody>
      </p:sp>
    </p:spTree>
    <p:extLst>
      <p:ext uri="{BB962C8B-B14F-4D97-AF65-F5344CB8AC3E}">
        <p14:creationId xmlns:p14="http://schemas.microsoft.com/office/powerpoint/2010/main" val="18719786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fld id="{7AD563B0-6079-465C-89F6-A459C97F2D98}" type="slidenum">
              <a:rPr lang="pl-PL" smtClean="0"/>
              <a:t>30</a:t>
            </a:fld>
            <a:endParaRPr lang="pl-PL"/>
          </a:p>
        </p:txBody>
      </p:sp>
    </p:spTree>
    <p:extLst>
      <p:ext uri="{BB962C8B-B14F-4D97-AF65-F5344CB8AC3E}">
        <p14:creationId xmlns:p14="http://schemas.microsoft.com/office/powerpoint/2010/main" val="31971692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6F96B05-DDA4-96F1-DBD7-462A408448EF}"/>
              </a:ext>
            </a:extLst>
          </p:cNvPr>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p>
        </p:txBody>
      </p:sp>
      <p:sp>
        <p:nvSpPr>
          <p:cNvPr id="3" name="Podtytuł 2">
            <a:extLst>
              <a:ext uri="{FF2B5EF4-FFF2-40B4-BE49-F238E27FC236}">
                <a16:creationId xmlns:a16="http://schemas.microsoft.com/office/drawing/2014/main" id="{808ADA84-D532-866E-257E-7857ED6546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p>
        </p:txBody>
      </p:sp>
      <p:sp>
        <p:nvSpPr>
          <p:cNvPr id="4" name="Symbol zastępczy daty 3">
            <a:extLst>
              <a:ext uri="{FF2B5EF4-FFF2-40B4-BE49-F238E27FC236}">
                <a16:creationId xmlns:a16="http://schemas.microsoft.com/office/drawing/2014/main" id="{D3675329-2CB2-62C3-E552-1F9F065B321B}"/>
              </a:ext>
            </a:extLst>
          </p:cNvPr>
          <p:cNvSpPr>
            <a:spLocks noGrp="1"/>
          </p:cNvSpPr>
          <p:nvPr>
            <p:ph type="dt" sz="half" idx="10"/>
          </p:nvPr>
        </p:nvSpPr>
        <p:spPr/>
        <p:txBody>
          <a:bodyPr/>
          <a:lstStyle/>
          <a:p>
            <a:fld id="{F2F00207-6E02-464B-96EF-86390FF5217E}" type="datetimeFigureOut">
              <a:rPr lang="pl-PL" smtClean="0"/>
              <a:t>16.06.2025</a:t>
            </a:fld>
            <a:endParaRPr lang="pl-PL"/>
          </a:p>
        </p:txBody>
      </p:sp>
      <p:sp>
        <p:nvSpPr>
          <p:cNvPr id="5" name="Symbol zastępczy stopki 4">
            <a:extLst>
              <a:ext uri="{FF2B5EF4-FFF2-40B4-BE49-F238E27FC236}">
                <a16:creationId xmlns:a16="http://schemas.microsoft.com/office/drawing/2014/main" id="{F33D708F-4C76-0E3C-E73B-2B9D60F5AD73}"/>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462CF16E-BDCF-D93E-DC8B-18B5FF7F24CB}"/>
              </a:ext>
            </a:extLst>
          </p:cNvPr>
          <p:cNvSpPr>
            <a:spLocks noGrp="1"/>
          </p:cNvSpPr>
          <p:nvPr>
            <p:ph type="sldNum" sz="quarter" idx="12"/>
          </p:nvPr>
        </p:nvSpPr>
        <p:spPr/>
        <p:txBody>
          <a:bodyPr/>
          <a:lstStyle/>
          <a:p>
            <a:fld id="{BC3A6246-3939-4F6B-8C51-CB2D9B1ACE5F}" type="slidenum">
              <a:rPr lang="pl-PL" smtClean="0"/>
              <a:t>‹#›</a:t>
            </a:fld>
            <a:endParaRPr lang="pl-PL"/>
          </a:p>
        </p:txBody>
      </p:sp>
    </p:spTree>
    <p:extLst>
      <p:ext uri="{BB962C8B-B14F-4D97-AF65-F5344CB8AC3E}">
        <p14:creationId xmlns:p14="http://schemas.microsoft.com/office/powerpoint/2010/main" val="3632601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76D9AF5-29DE-01CF-9AF9-A8CCC3B4DB30}"/>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12DEBAD5-97AE-540F-C878-6BFCAE209AB6}"/>
              </a:ext>
            </a:extLst>
          </p:cNvPr>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285E04D4-26BF-036C-0024-6F7D71055C2B}"/>
              </a:ext>
            </a:extLst>
          </p:cNvPr>
          <p:cNvSpPr>
            <a:spLocks noGrp="1"/>
          </p:cNvSpPr>
          <p:nvPr>
            <p:ph type="dt" sz="half" idx="10"/>
          </p:nvPr>
        </p:nvSpPr>
        <p:spPr/>
        <p:txBody>
          <a:bodyPr/>
          <a:lstStyle/>
          <a:p>
            <a:fld id="{F2F00207-6E02-464B-96EF-86390FF5217E}" type="datetimeFigureOut">
              <a:rPr lang="pl-PL" smtClean="0"/>
              <a:t>16.06.2025</a:t>
            </a:fld>
            <a:endParaRPr lang="pl-PL"/>
          </a:p>
        </p:txBody>
      </p:sp>
      <p:sp>
        <p:nvSpPr>
          <p:cNvPr id="5" name="Symbol zastępczy stopki 4">
            <a:extLst>
              <a:ext uri="{FF2B5EF4-FFF2-40B4-BE49-F238E27FC236}">
                <a16:creationId xmlns:a16="http://schemas.microsoft.com/office/drawing/2014/main" id="{59C0DB22-3F68-0CE4-09A1-4AA9DEE9DD8E}"/>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B7908DB1-AB95-6842-D729-C899D7B2B585}"/>
              </a:ext>
            </a:extLst>
          </p:cNvPr>
          <p:cNvSpPr>
            <a:spLocks noGrp="1"/>
          </p:cNvSpPr>
          <p:nvPr>
            <p:ph type="sldNum" sz="quarter" idx="12"/>
          </p:nvPr>
        </p:nvSpPr>
        <p:spPr/>
        <p:txBody>
          <a:bodyPr/>
          <a:lstStyle/>
          <a:p>
            <a:fld id="{BC3A6246-3939-4F6B-8C51-CB2D9B1ACE5F}" type="slidenum">
              <a:rPr lang="pl-PL" smtClean="0"/>
              <a:t>‹#›</a:t>
            </a:fld>
            <a:endParaRPr lang="pl-PL"/>
          </a:p>
        </p:txBody>
      </p:sp>
    </p:spTree>
    <p:extLst>
      <p:ext uri="{BB962C8B-B14F-4D97-AF65-F5344CB8AC3E}">
        <p14:creationId xmlns:p14="http://schemas.microsoft.com/office/powerpoint/2010/main" val="1916136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1839964-2ED1-C875-EADA-79A3B0CBDE97}"/>
              </a:ext>
            </a:extLst>
          </p:cNvPr>
          <p:cNvSpPr>
            <a:spLocks noGrp="1"/>
          </p:cNvSpPr>
          <p:nvPr>
            <p:ph type="title"/>
          </p:nvPr>
        </p:nvSpPr>
        <p:spPr>
          <a:xfrm>
            <a:off x="831850" y="1709738"/>
            <a:ext cx="10515600" cy="2852737"/>
          </a:xfrm>
        </p:spPr>
        <p:txBody>
          <a:bodyPr anchor="b"/>
          <a:lstStyle>
            <a:lvl1pPr>
              <a:defRPr sz="6000"/>
            </a:lvl1pPr>
          </a:lstStyle>
          <a:p>
            <a:r>
              <a:rPr lang="pl-PL"/>
              <a:t>Kliknij, aby edytować styl</a:t>
            </a:r>
          </a:p>
        </p:txBody>
      </p:sp>
      <p:sp>
        <p:nvSpPr>
          <p:cNvPr id="3" name="Symbol zastępczy tekstu 2">
            <a:extLst>
              <a:ext uri="{FF2B5EF4-FFF2-40B4-BE49-F238E27FC236}">
                <a16:creationId xmlns:a16="http://schemas.microsoft.com/office/drawing/2014/main" id="{1AD8C47A-A413-3561-56AA-5E6AADFA88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l-PL"/>
              <a:t>Kliknij, aby edytować style wzorca tekstu</a:t>
            </a:r>
          </a:p>
        </p:txBody>
      </p:sp>
      <p:sp>
        <p:nvSpPr>
          <p:cNvPr id="4" name="Symbol zastępczy daty 3">
            <a:extLst>
              <a:ext uri="{FF2B5EF4-FFF2-40B4-BE49-F238E27FC236}">
                <a16:creationId xmlns:a16="http://schemas.microsoft.com/office/drawing/2014/main" id="{CC43B883-4C56-5B33-05C5-364F96F7D2BD}"/>
              </a:ext>
            </a:extLst>
          </p:cNvPr>
          <p:cNvSpPr>
            <a:spLocks noGrp="1"/>
          </p:cNvSpPr>
          <p:nvPr>
            <p:ph type="dt" sz="half" idx="10"/>
          </p:nvPr>
        </p:nvSpPr>
        <p:spPr/>
        <p:txBody>
          <a:bodyPr/>
          <a:lstStyle/>
          <a:p>
            <a:fld id="{F2F00207-6E02-464B-96EF-86390FF5217E}" type="datetimeFigureOut">
              <a:rPr lang="pl-PL" smtClean="0"/>
              <a:t>16.06.2025</a:t>
            </a:fld>
            <a:endParaRPr lang="pl-PL"/>
          </a:p>
        </p:txBody>
      </p:sp>
      <p:sp>
        <p:nvSpPr>
          <p:cNvPr id="5" name="Symbol zastępczy stopki 4">
            <a:extLst>
              <a:ext uri="{FF2B5EF4-FFF2-40B4-BE49-F238E27FC236}">
                <a16:creationId xmlns:a16="http://schemas.microsoft.com/office/drawing/2014/main" id="{B056AA89-7C3B-FF61-C385-588163C98AC2}"/>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046C11EB-EE38-D633-937C-9166E2B7D196}"/>
              </a:ext>
            </a:extLst>
          </p:cNvPr>
          <p:cNvSpPr>
            <a:spLocks noGrp="1"/>
          </p:cNvSpPr>
          <p:nvPr>
            <p:ph type="sldNum" sz="quarter" idx="12"/>
          </p:nvPr>
        </p:nvSpPr>
        <p:spPr/>
        <p:txBody>
          <a:bodyPr/>
          <a:lstStyle/>
          <a:p>
            <a:fld id="{BC3A6246-3939-4F6B-8C51-CB2D9B1ACE5F}" type="slidenum">
              <a:rPr lang="pl-PL" smtClean="0"/>
              <a:t>‹#›</a:t>
            </a:fld>
            <a:endParaRPr lang="pl-PL"/>
          </a:p>
        </p:txBody>
      </p:sp>
    </p:spTree>
    <p:extLst>
      <p:ext uri="{BB962C8B-B14F-4D97-AF65-F5344CB8AC3E}">
        <p14:creationId xmlns:p14="http://schemas.microsoft.com/office/powerpoint/2010/main" val="1988280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87AF722-C02D-A8D6-D03F-96F5E47723A1}"/>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4B41687D-42E3-D026-DE48-E7E25BBF9EBA}"/>
              </a:ext>
            </a:extLst>
          </p:cNvPr>
          <p:cNvSpPr>
            <a:spLocks noGrp="1"/>
          </p:cNvSpPr>
          <p:nvPr>
            <p:ph sz="half" idx="1"/>
          </p:nvPr>
        </p:nvSpPr>
        <p:spPr>
          <a:xfrm>
            <a:off x="838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a:extLst>
              <a:ext uri="{FF2B5EF4-FFF2-40B4-BE49-F238E27FC236}">
                <a16:creationId xmlns:a16="http://schemas.microsoft.com/office/drawing/2014/main" id="{FC99B9CE-171D-AF29-65FF-5D9FA49BCA07}"/>
              </a:ext>
            </a:extLst>
          </p:cNvPr>
          <p:cNvSpPr>
            <a:spLocks noGrp="1"/>
          </p:cNvSpPr>
          <p:nvPr>
            <p:ph sz="half" idx="2"/>
          </p:nvPr>
        </p:nvSpPr>
        <p:spPr>
          <a:xfrm>
            <a:off x="6172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a:extLst>
              <a:ext uri="{FF2B5EF4-FFF2-40B4-BE49-F238E27FC236}">
                <a16:creationId xmlns:a16="http://schemas.microsoft.com/office/drawing/2014/main" id="{813A36DD-3761-8B98-475C-8882B3490308}"/>
              </a:ext>
            </a:extLst>
          </p:cNvPr>
          <p:cNvSpPr>
            <a:spLocks noGrp="1"/>
          </p:cNvSpPr>
          <p:nvPr>
            <p:ph type="dt" sz="half" idx="10"/>
          </p:nvPr>
        </p:nvSpPr>
        <p:spPr/>
        <p:txBody>
          <a:bodyPr/>
          <a:lstStyle/>
          <a:p>
            <a:fld id="{F2F00207-6E02-464B-96EF-86390FF5217E}" type="datetimeFigureOut">
              <a:rPr lang="pl-PL" smtClean="0"/>
              <a:t>16.06.2025</a:t>
            </a:fld>
            <a:endParaRPr lang="pl-PL"/>
          </a:p>
        </p:txBody>
      </p:sp>
      <p:sp>
        <p:nvSpPr>
          <p:cNvPr id="6" name="Symbol zastępczy stopki 5">
            <a:extLst>
              <a:ext uri="{FF2B5EF4-FFF2-40B4-BE49-F238E27FC236}">
                <a16:creationId xmlns:a16="http://schemas.microsoft.com/office/drawing/2014/main" id="{546CE4EC-2942-8B10-8AAB-324A740F4267}"/>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1B0C5AB1-09F0-423A-9D59-AB94961DDF32}"/>
              </a:ext>
            </a:extLst>
          </p:cNvPr>
          <p:cNvSpPr>
            <a:spLocks noGrp="1"/>
          </p:cNvSpPr>
          <p:nvPr>
            <p:ph type="sldNum" sz="quarter" idx="12"/>
          </p:nvPr>
        </p:nvSpPr>
        <p:spPr/>
        <p:txBody>
          <a:bodyPr/>
          <a:lstStyle/>
          <a:p>
            <a:fld id="{BC3A6246-3939-4F6B-8C51-CB2D9B1ACE5F}" type="slidenum">
              <a:rPr lang="pl-PL" smtClean="0"/>
              <a:t>‹#›</a:t>
            </a:fld>
            <a:endParaRPr lang="pl-PL"/>
          </a:p>
        </p:txBody>
      </p:sp>
    </p:spTree>
    <p:extLst>
      <p:ext uri="{BB962C8B-B14F-4D97-AF65-F5344CB8AC3E}">
        <p14:creationId xmlns:p14="http://schemas.microsoft.com/office/powerpoint/2010/main" val="365113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A92C3D7-825D-1AF8-F0AC-E46305DEAA63}"/>
              </a:ext>
            </a:extLst>
          </p:cNvPr>
          <p:cNvSpPr>
            <a:spLocks noGrp="1"/>
          </p:cNvSpPr>
          <p:nvPr>
            <p:ph type="title"/>
          </p:nvPr>
        </p:nvSpPr>
        <p:spPr>
          <a:xfrm>
            <a:off x="839788" y="365125"/>
            <a:ext cx="10515600" cy="1325563"/>
          </a:xfrm>
        </p:spPr>
        <p:txBody>
          <a:bodyPr/>
          <a:lstStyle/>
          <a:p>
            <a:r>
              <a:rPr lang="pl-PL"/>
              <a:t>Kliknij, aby edytować styl</a:t>
            </a:r>
          </a:p>
        </p:txBody>
      </p:sp>
      <p:sp>
        <p:nvSpPr>
          <p:cNvPr id="3" name="Symbol zastępczy tekstu 2">
            <a:extLst>
              <a:ext uri="{FF2B5EF4-FFF2-40B4-BE49-F238E27FC236}">
                <a16:creationId xmlns:a16="http://schemas.microsoft.com/office/drawing/2014/main" id="{B8AF7029-A695-EB8B-2BE1-6D78DFE6F8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a:extLst>
              <a:ext uri="{FF2B5EF4-FFF2-40B4-BE49-F238E27FC236}">
                <a16:creationId xmlns:a16="http://schemas.microsoft.com/office/drawing/2014/main" id="{18338940-8AA9-2C4A-D7E2-C7B34EFD8067}"/>
              </a:ext>
            </a:extLst>
          </p:cNvPr>
          <p:cNvSpPr>
            <a:spLocks noGrp="1"/>
          </p:cNvSpPr>
          <p:nvPr>
            <p:ph sz="half" idx="2"/>
          </p:nvPr>
        </p:nvSpPr>
        <p:spPr>
          <a:xfrm>
            <a:off x="839788" y="2505075"/>
            <a:ext cx="5157787"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a:extLst>
              <a:ext uri="{FF2B5EF4-FFF2-40B4-BE49-F238E27FC236}">
                <a16:creationId xmlns:a16="http://schemas.microsoft.com/office/drawing/2014/main" id="{3618B414-E1DC-2638-5EE4-C4D4FFF39E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a:extLst>
              <a:ext uri="{FF2B5EF4-FFF2-40B4-BE49-F238E27FC236}">
                <a16:creationId xmlns:a16="http://schemas.microsoft.com/office/drawing/2014/main" id="{1BCDC7DB-D738-A540-F764-953EF445427C}"/>
              </a:ext>
            </a:extLst>
          </p:cNvPr>
          <p:cNvSpPr>
            <a:spLocks noGrp="1"/>
          </p:cNvSpPr>
          <p:nvPr>
            <p:ph sz="quarter" idx="4"/>
          </p:nvPr>
        </p:nvSpPr>
        <p:spPr>
          <a:xfrm>
            <a:off x="6172200" y="2505075"/>
            <a:ext cx="5183188"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a:extLst>
              <a:ext uri="{FF2B5EF4-FFF2-40B4-BE49-F238E27FC236}">
                <a16:creationId xmlns:a16="http://schemas.microsoft.com/office/drawing/2014/main" id="{53944344-8C1D-5D94-6A3A-9868A883C6E2}"/>
              </a:ext>
            </a:extLst>
          </p:cNvPr>
          <p:cNvSpPr>
            <a:spLocks noGrp="1"/>
          </p:cNvSpPr>
          <p:nvPr>
            <p:ph type="dt" sz="half" idx="10"/>
          </p:nvPr>
        </p:nvSpPr>
        <p:spPr/>
        <p:txBody>
          <a:bodyPr/>
          <a:lstStyle/>
          <a:p>
            <a:fld id="{F2F00207-6E02-464B-96EF-86390FF5217E}" type="datetimeFigureOut">
              <a:rPr lang="pl-PL" smtClean="0"/>
              <a:t>16.06.2025</a:t>
            </a:fld>
            <a:endParaRPr lang="pl-PL"/>
          </a:p>
        </p:txBody>
      </p:sp>
      <p:sp>
        <p:nvSpPr>
          <p:cNvPr id="8" name="Symbol zastępczy stopki 7">
            <a:extLst>
              <a:ext uri="{FF2B5EF4-FFF2-40B4-BE49-F238E27FC236}">
                <a16:creationId xmlns:a16="http://schemas.microsoft.com/office/drawing/2014/main" id="{07AA6C58-8A2A-350A-A904-FA91DE73A62C}"/>
              </a:ext>
            </a:extLst>
          </p:cNvPr>
          <p:cNvSpPr>
            <a:spLocks noGrp="1"/>
          </p:cNvSpPr>
          <p:nvPr>
            <p:ph type="ftr" sz="quarter" idx="11"/>
          </p:nvPr>
        </p:nvSpPr>
        <p:spPr/>
        <p:txBody>
          <a:bodyPr/>
          <a:lstStyle/>
          <a:p>
            <a:endParaRPr lang="pl-PL"/>
          </a:p>
        </p:txBody>
      </p:sp>
      <p:sp>
        <p:nvSpPr>
          <p:cNvPr id="9" name="Symbol zastępczy numeru slajdu 8">
            <a:extLst>
              <a:ext uri="{FF2B5EF4-FFF2-40B4-BE49-F238E27FC236}">
                <a16:creationId xmlns:a16="http://schemas.microsoft.com/office/drawing/2014/main" id="{74EEFE90-3BFE-37D8-6C69-EF45E82DDE2E}"/>
              </a:ext>
            </a:extLst>
          </p:cNvPr>
          <p:cNvSpPr>
            <a:spLocks noGrp="1"/>
          </p:cNvSpPr>
          <p:nvPr>
            <p:ph type="sldNum" sz="quarter" idx="12"/>
          </p:nvPr>
        </p:nvSpPr>
        <p:spPr/>
        <p:txBody>
          <a:bodyPr/>
          <a:lstStyle/>
          <a:p>
            <a:fld id="{BC3A6246-3939-4F6B-8C51-CB2D9B1ACE5F}" type="slidenum">
              <a:rPr lang="pl-PL" smtClean="0"/>
              <a:t>‹#›</a:t>
            </a:fld>
            <a:endParaRPr lang="pl-PL"/>
          </a:p>
        </p:txBody>
      </p:sp>
    </p:spTree>
    <p:extLst>
      <p:ext uri="{BB962C8B-B14F-4D97-AF65-F5344CB8AC3E}">
        <p14:creationId xmlns:p14="http://schemas.microsoft.com/office/powerpoint/2010/main" val="3135372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F8E602A-FC7D-EA74-9F01-9B43EBCA9811}"/>
              </a:ext>
            </a:extLst>
          </p:cNvPr>
          <p:cNvSpPr>
            <a:spLocks noGrp="1"/>
          </p:cNvSpPr>
          <p:nvPr>
            <p:ph type="title"/>
          </p:nvPr>
        </p:nvSpPr>
        <p:spPr/>
        <p:txBody>
          <a:bodyPr/>
          <a:lstStyle/>
          <a:p>
            <a:r>
              <a:rPr lang="pl-PL"/>
              <a:t>Kliknij, aby edytować styl</a:t>
            </a:r>
          </a:p>
        </p:txBody>
      </p:sp>
      <p:sp>
        <p:nvSpPr>
          <p:cNvPr id="3" name="Symbol zastępczy daty 2">
            <a:extLst>
              <a:ext uri="{FF2B5EF4-FFF2-40B4-BE49-F238E27FC236}">
                <a16:creationId xmlns:a16="http://schemas.microsoft.com/office/drawing/2014/main" id="{035E9EB6-067C-1A30-A8D1-B6AB1AAB9FE8}"/>
              </a:ext>
            </a:extLst>
          </p:cNvPr>
          <p:cNvSpPr>
            <a:spLocks noGrp="1"/>
          </p:cNvSpPr>
          <p:nvPr>
            <p:ph type="dt" sz="half" idx="10"/>
          </p:nvPr>
        </p:nvSpPr>
        <p:spPr/>
        <p:txBody>
          <a:bodyPr/>
          <a:lstStyle/>
          <a:p>
            <a:fld id="{F2F00207-6E02-464B-96EF-86390FF5217E}" type="datetimeFigureOut">
              <a:rPr lang="pl-PL" smtClean="0"/>
              <a:t>16.06.2025</a:t>
            </a:fld>
            <a:endParaRPr lang="pl-PL"/>
          </a:p>
        </p:txBody>
      </p:sp>
      <p:sp>
        <p:nvSpPr>
          <p:cNvPr id="4" name="Symbol zastępczy stopki 3">
            <a:extLst>
              <a:ext uri="{FF2B5EF4-FFF2-40B4-BE49-F238E27FC236}">
                <a16:creationId xmlns:a16="http://schemas.microsoft.com/office/drawing/2014/main" id="{4E3EF985-2727-60F9-7E5B-ABFBEC026CED}"/>
              </a:ext>
            </a:extLst>
          </p:cNvPr>
          <p:cNvSpPr>
            <a:spLocks noGrp="1"/>
          </p:cNvSpPr>
          <p:nvPr>
            <p:ph type="ftr" sz="quarter" idx="11"/>
          </p:nvPr>
        </p:nvSpPr>
        <p:spPr/>
        <p:txBody>
          <a:bodyPr/>
          <a:lstStyle/>
          <a:p>
            <a:endParaRPr lang="pl-PL"/>
          </a:p>
        </p:txBody>
      </p:sp>
      <p:sp>
        <p:nvSpPr>
          <p:cNvPr id="5" name="Symbol zastępczy numeru slajdu 4">
            <a:extLst>
              <a:ext uri="{FF2B5EF4-FFF2-40B4-BE49-F238E27FC236}">
                <a16:creationId xmlns:a16="http://schemas.microsoft.com/office/drawing/2014/main" id="{33EFF1E4-0CAC-85B2-250C-4C30F664C023}"/>
              </a:ext>
            </a:extLst>
          </p:cNvPr>
          <p:cNvSpPr>
            <a:spLocks noGrp="1"/>
          </p:cNvSpPr>
          <p:nvPr>
            <p:ph type="sldNum" sz="quarter" idx="12"/>
          </p:nvPr>
        </p:nvSpPr>
        <p:spPr/>
        <p:txBody>
          <a:bodyPr/>
          <a:lstStyle/>
          <a:p>
            <a:fld id="{BC3A6246-3939-4F6B-8C51-CB2D9B1ACE5F}" type="slidenum">
              <a:rPr lang="pl-PL" smtClean="0"/>
              <a:t>‹#›</a:t>
            </a:fld>
            <a:endParaRPr lang="pl-PL"/>
          </a:p>
        </p:txBody>
      </p:sp>
    </p:spTree>
    <p:extLst>
      <p:ext uri="{BB962C8B-B14F-4D97-AF65-F5344CB8AC3E}">
        <p14:creationId xmlns:p14="http://schemas.microsoft.com/office/powerpoint/2010/main" val="1339583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a:extLst>
              <a:ext uri="{FF2B5EF4-FFF2-40B4-BE49-F238E27FC236}">
                <a16:creationId xmlns:a16="http://schemas.microsoft.com/office/drawing/2014/main" id="{03381D41-BEBE-B445-DC02-2163D5C1768A}"/>
              </a:ext>
            </a:extLst>
          </p:cNvPr>
          <p:cNvSpPr>
            <a:spLocks noGrp="1"/>
          </p:cNvSpPr>
          <p:nvPr>
            <p:ph type="dt" sz="half" idx="10"/>
          </p:nvPr>
        </p:nvSpPr>
        <p:spPr/>
        <p:txBody>
          <a:bodyPr/>
          <a:lstStyle/>
          <a:p>
            <a:fld id="{F2F00207-6E02-464B-96EF-86390FF5217E}" type="datetimeFigureOut">
              <a:rPr lang="pl-PL" smtClean="0"/>
              <a:t>16.06.2025</a:t>
            </a:fld>
            <a:endParaRPr lang="pl-PL"/>
          </a:p>
        </p:txBody>
      </p:sp>
      <p:sp>
        <p:nvSpPr>
          <p:cNvPr id="3" name="Symbol zastępczy stopki 2">
            <a:extLst>
              <a:ext uri="{FF2B5EF4-FFF2-40B4-BE49-F238E27FC236}">
                <a16:creationId xmlns:a16="http://schemas.microsoft.com/office/drawing/2014/main" id="{112AB50C-AE05-305C-0933-99580645C268}"/>
              </a:ext>
            </a:extLst>
          </p:cNvPr>
          <p:cNvSpPr>
            <a:spLocks noGrp="1"/>
          </p:cNvSpPr>
          <p:nvPr>
            <p:ph type="ftr" sz="quarter" idx="11"/>
          </p:nvPr>
        </p:nvSpPr>
        <p:spPr/>
        <p:txBody>
          <a:bodyPr/>
          <a:lstStyle/>
          <a:p>
            <a:endParaRPr lang="pl-PL"/>
          </a:p>
        </p:txBody>
      </p:sp>
      <p:sp>
        <p:nvSpPr>
          <p:cNvPr id="4" name="Symbol zastępczy numeru slajdu 3">
            <a:extLst>
              <a:ext uri="{FF2B5EF4-FFF2-40B4-BE49-F238E27FC236}">
                <a16:creationId xmlns:a16="http://schemas.microsoft.com/office/drawing/2014/main" id="{AAE672BC-87F6-C41A-545E-78990123EB79}"/>
              </a:ext>
            </a:extLst>
          </p:cNvPr>
          <p:cNvSpPr>
            <a:spLocks noGrp="1"/>
          </p:cNvSpPr>
          <p:nvPr>
            <p:ph type="sldNum" sz="quarter" idx="12"/>
          </p:nvPr>
        </p:nvSpPr>
        <p:spPr/>
        <p:txBody>
          <a:bodyPr/>
          <a:lstStyle/>
          <a:p>
            <a:fld id="{BC3A6246-3939-4F6B-8C51-CB2D9B1ACE5F}" type="slidenum">
              <a:rPr lang="pl-PL" smtClean="0"/>
              <a:t>‹#›</a:t>
            </a:fld>
            <a:endParaRPr lang="pl-PL"/>
          </a:p>
        </p:txBody>
      </p:sp>
    </p:spTree>
    <p:extLst>
      <p:ext uri="{BB962C8B-B14F-4D97-AF65-F5344CB8AC3E}">
        <p14:creationId xmlns:p14="http://schemas.microsoft.com/office/powerpoint/2010/main" val="3086535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64B53F5-C9C5-AC11-764B-9C197D55E603}"/>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zawartości 2">
            <a:extLst>
              <a:ext uri="{FF2B5EF4-FFF2-40B4-BE49-F238E27FC236}">
                <a16:creationId xmlns:a16="http://schemas.microsoft.com/office/drawing/2014/main" id="{C5DEA27F-A120-F6A6-1993-A382DA4964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a:extLst>
              <a:ext uri="{FF2B5EF4-FFF2-40B4-BE49-F238E27FC236}">
                <a16:creationId xmlns:a16="http://schemas.microsoft.com/office/drawing/2014/main" id="{F4F9385A-D774-AD0E-41AB-2D7D7F0965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FBEC15C5-396D-2331-BE65-71FB645208DF}"/>
              </a:ext>
            </a:extLst>
          </p:cNvPr>
          <p:cNvSpPr>
            <a:spLocks noGrp="1"/>
          </p:cNvSpPr>
          <p:nvPr>
            <p:ph type="dt" sz="half" idx="10"/>
          </p:nvPr>
        </p:nvSpPr>
        <p:spPr/>
        <p:txBody>
          <a:bodyPr/>
          <a:lstStyle/>
          <a:p>
            <a:fld id="{F2F00207-6E02-464B-96EF-86390FF5217E}" type="datetimeFigureOut">
              <a:rPr lang="pl-PL" smtClean="0"/>
              <a:t>16.06.2025</a:t>
            </a:fld>
            <a:endParaRPr lang="pl-PL"/>
          </a:p>
        </p:txBody>
      </p:sp>
      <p:sp>
        <p:nvSpPr>
          <p:cNvPr id="6" name="Symbol zastępczy stopki 5">
            <a:extLst>
              <a:ext uri="{FF2B5EF4-FFF2-40B4-BE49-F238E27FC236}">
                <a16:creationId xmlns:a16="http://schemas.microsoft.com/office/drawing/2014/main" id="{9AEBADEA-B2E9-6B0E-7FB1-2C5090A377BC}"/>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1C0A037B-8804-065C-C35B-757AD1A8BDFA}"/>
              </a:ext>
            </a:extLst>
          </p:cNvPr>
          <p:cNvSpPr>
            <a:spLocks noGrp="1"/>
          </p:cNvSpPr>
          <p:nvPr>
            <p:ph type="sldNum" sz="quarter" idx="12"/>
          </p:nvPr>
        </p:nvSpPr>
        <p:spPr/>
        <p:txBody>
          <a:bodyPr/>
          <a:lstStyle/>
          <a:p>
            <a:fld id="{BC3A6246-3939-4F6B-8C51-CB2D9B1ACE5F}" type="slidenum">
              <a:rPr lang="pl-PL" smtClean="0"/>
              <a:t>‹#›</a:t>
            </a:fld>
            <a:endParaRPr lang="pl-PL"/>
          </a:p>
        </p:txBody>
      </p:sp>
    </p:spTree>
    <p:extLst>
      <p:ext uri="{BB962C8B-B14F-4D97-AF65-F5344CB8AC3E}">
        <p14:creationId xmlns:p14="http://schemas.microsoft.com/office/powerpoint/2010/main" val="35590391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FAC6F91-40F1-01B2-4E07-A96331C8248D}"/>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obrazu 2">
            <a:extLst>
              <a:ext uri="{FF2B5EF4-FFF2-40B4-BE49-F238E27FC236}">
                <a16:creationId xmlns:a16="http://schemas.microsoft.com/office/drawing/2014/main" id="{73058A48-7655-BBA3-9FCE-99E1E82265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a:p>
        </p:txBody>
      </p:sp>
      <p:sp>
        <p:nvSpPr>
          <p:cNvPr id="4" name="Symbol zastępczy tekstu 3">
            <a:extLst>
              <a:ext uri="{FF2B5EF4-FFF2-40B4-BE49-F238E27FC236}">
                <a16:creationId xmlns:a16="http://schemas.microsoft.com/office/drawing/2014/main" id="{B117E952-1E57-7EDB-6C3D-A4FCB45EA3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EB564A9E-5575-B4BF-C1D7-57DD892B1476}"/>
              </a:ext>
            </a:extLst>
          </p:cNvPr>
          <p:cNvSpPr>
            <a:spLocks noGrp="1"/>
          </p:cNvSpPr>
          <p:nvPr>
            <p:ph type="dt" sz="half" idx="10"/>
          </p:nvPr>
        </p:nvSpPr>
        <p:spPr/>
        <p:txBody>
          <a:bodyPr/>
          <a:lstStyle/>
          <a:p>
            <a:fld id="{F2F00207-6E02-464B-96EF-86390FF5217E}" type="datetimeFigureOut">
              <a:rPr lang="pl-PL" smtClean="0"/>
              <a:t>16.06.2025</a:t>
            </a:fld>
            <a:endParaRPr lang="pl-PL"/>
          </a:p>
        </p:txBody>
      </p:sp>
      <p:sp>
        <p:nvSpPr>
          <p:cNvPr id="6" name="Symbol zastępczy stopki 5">
            <a:extLst>
              <a:ext uri="{FF2B5EF4-FFF2-40B4-BE49-F238E27FC236}">
                <a16:creationId xmlns:a16="http://schemas.microsoft.com/office/drawing/2014/main" id="{9EBA2A97-0EC7-CAEF-6EE7-451846B009AF}"/>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F51F4574-AB37-4E82-A99D-B2545BD7143A}"/>
              </a:ext>
            </a:extLst>
          </p:cNvPr>
          <p:cNvSpPr>
            <a:spLocks noGrp="1"/>
          </p:cNvSpPr>
          <p:nvPr>
            <p:ph type="sldNum" sz="quarter" idx="12"/>
          </p:nvPr>
        </p:nvSpPr>
        <p:spPr/>
        <p:txBody>
          <a:bodyPr/>
          <a:lstStyle/>
          <a:p>
            <a:fld id="{BC3A6246-3939-4F6B-8C51-CB2D9B1ACE5F}" type="slidenum">
              <a:rPr lang="pl-PL" smtClean="0"/>
              <a:t>‹#›</a:t>
            </a:fld>
            <a:endParaRPr lang="pl-PL"/>
          </a:p>
        </p:txBody>
      </p:sp>
    </p:spTree>
    <p:extLst>
      <p:ext uri="{BB962C8B-B14F-4D97-AF65-F5344CB8AC3E}">
        <p14:creationId xmlns:p14="http://schemas.microsoft.com/office/powerpoint/2010/main" val="3905334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33D8B3C-11C8-9003-BE23-5940BF160FCA}"/>
              </a:ext>
            </a:extLst>
          </p:cNvPr>
          <p:cNvSpPr>
            <a:spLocks noGrp="1"/>
          </p:cNvSpPr>
          <p:nvPr>
            <p:ph type="title"/>
          </p:nvPr>
        </p:nvSpPr>
        <p:spPr/>
        <p:txBody>
          <a:bodyPr/>
          <a:lstStyle/>
          <a:p>
            <a:r>
              <a:rPr lang="pl-PL"/>
              <a:t>Kliknij, aby edytować styl</a:t>
            </a:r>
          </a:p>
        </p:txBody>
      </p:sp>
      <p:sp>
        <p:nvSpPr>
          <p:cNvPr id="3" name="Symbol zastępczy tytułu pionowego 2">
            <a:extLst>
              <a:ext uri="{FF2B5EF4-FFF2-40B4-BE49-F238E27FC236}">
                <a16:creationId xmlns:a16="http://schemas.microsoft.com/office/drawing/2014/main" id="{97D9D9F0-87E3-878B-48B4-45BE0FC7DA30}"/>
              </a:ext>
            </a:extLst>
          </p:cNvPr>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ABE14729-7B65-4ACB-69DD-9CA1C78D5F3D}"/>
              </a:ext>
            </a:extLst>
          </p:cNvPr>
          <p:cNvSpPr>
            <a:spLocks noGrp="1"/>
          </p:cNvSpPr>
          <p:nvPr>
            <p:ph type="dt" sz="half" idx="10"/>
          </p:nvPr>
        </p:nvSpPr>
        <p:spPr/>
        <p:txBody>
          <a:bodyPr/>
          <a:lstStyle/>
          <a:p>
            <a:fld id="{F2F00207-6E02-464B-96EF-86390FF5217E}" type="datetimeFigureOut">
              <a:rPr lang="pl-PL" smtClean="0"/>
              <a:t>16.06.2025</a:t>
            </a:fld>
            <a:endParaRPr lang="pl-PL"/>
          </a:p>
        </p:txBody>
      </p:sp>
      <p:sp>
        <p:nvSpPr>
          <p:cNvPr id="5" name="Symbol zastępczy stopki 4">
            <a:extLst>
              <a:ext uri="{FF2B5EF4-FFF2-40B4-BE49-F238E27FC236}">
                <a16:creationId xmlns:a16="http://schemas.microsoft.com/office/drawing/2014/main" id="{8E66026C-8533-ECC7-CD8E-0FBFAF5D51C0}"/>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38D60AAC-2EC4-DEB6-B7D2-24A7B08F1BCF}"/>
              </a:ext>
            </a:extLst>
          </p:cNvPr>
          <p:cNvSpPr>
            <a:spLocks noGrp="1"/>
          </p:cNvSpPr>
          <p:nvPr>
            <p:ph type="sldNum" sz="quarter" idx="12"/>
          </p:nvPr>
        </p:nvSpPr>
        <p:spPr/>
        <p:txBody>
          <a:bodyPr/>
          <a:lstStyle/>
          <a:p>
            <a:fld id="{BC3A6246-3939-4F6B-8C51-CB2D9B1ACE5F}" type="slidenum">
              <a:rPr lang="pl-PL" smtClean="0"/>
              <a:t>‹#›</a:t>
            </a:fld>
            <a:endParaRPr lang="pl-PL"/>
          </a:p>
        </p:txBody>
      </p:sp>
    </p:spTree>
    <p:extLst>
      <p:ext uri="{BB962C8B-B14F-4D97-AF65-F5344CB8AC3E}">
        <p14:creationId xmlns:p14="http://schemas.microsoft.com/office/powerpoint/2010/main" val="22132440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a:extLst>
              <a:ext uri="{FF2B5EF4-FFF2-40B4-BE49-F238E27FC236}">
                <a16:creationId xmlns:a16="http://schemas.microsoft.com/office/drawing/2014/main" id="{2768FE87-BF62-3847-ED58-15003367899E}"/>
              </a:ext>
            </a:extLst>
          </p:cNvPr>
          <p:cNvSpPr>
            <a:spLocks noGrp="1"/>
          </p:cNvSpPr>
          <p:nvPr>
            <p:ph type="title" orient="vert"/>
          </p:nvPr>
        </p:nvSpPr>
        <p:spPr>
          <a:xfrm>
            <a:off x="8724900" y="365125"/>
            <a:ext cx="2628900" cy="5811838"/>
          </a:xfrm>
        </p:spPr>
        <p:txBody>
          <a:bodyPr vert="eaVert"/>
          <a:lstStyle/>
          <a:p>
            <a:r>
              <a:rPr lang="pl-PL"/>
              <a:t>Kliknij, aby edytować styl</a:t>
            </a:r>
          </a:p>
        </p:txBody>
      </p:sp>
      <p:sp>
        <p:nvSpPr>
          <p:cNvPr id="3" name="Symbol zastępczy tytułu pionowego 2">
            <a:extLst>
              <a:ext uri="{FF2B5EF4-FFF2-40B4-BE49-F238E27FC236}">
                <a16:creationId xmlns:a16="http://schemas.microsoft.com/office/drawing/2014/main" id="{7B26309E-EAD2-B990-4BB9-A443BC070883}"/>
              </a:ext>
            </a:extLst>
          </p:cNvPr>
          <p:cNvSpPr>
            <a:spLocks noGrp="1"/>
          </p:cNvSpPr>
          <p:nvPr>
            <p:ph type="body" orient="vert" idx="1"/>
          </p:nvPr>
        </p:nvSpPr>
        <p:spPr>
          <a:xfrm>
            <a:off x="838200" y="365125"/>
            <a:ext cx="7734300" cy="5811838"/>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44ACE436-9B11-CC01-AC89-BEDBA38B3230}"/>
              </a:ext>
            </a:extLst>
          </p:cNvPr>
          <p:cNvSpPr>
            <a:spLocks noGrp="1"/>
          </p:cNvSpPr>
          <p:nvPr>
            <p:ph type="dt" sz="half" idx="10"/>
          </p:nvPr>
        </p:nvSpPr>
        <p:spPr/>
        <p:txBody>
          <a:bodyPr/>
          <a:lstStyle/>
          <a:p>
            <a:fld id="{F2F00207-6E02-464B-96EF-86390FF5217E}" type="datetimeFigureOut">
              <a:rPr lang="pl-PL" smtClean="0"/>
              <a:t>16.06.2025</a:t>
            </a:fld>
            <a:endParaRPr lang="pl-PL"/>
          </a:p>
        </p:txBody>
      </p:sp>
      <p:sp>
        <p:nvSpPr>
          <p:cNvPr id="5" name="Symbol zastępczy stopki 4">
            <a:extLst>
              <a:ext uri="{FF2B5EF4-FFF2-40B4-BE49-F238E27FC236}">
                <a16:creationId xmlns:a16="http://schemas.microsoft.com/office/drawing/2014/main" id="{45C6A21E-9092-3EF6-B2FD-4FC5ED27D9D8}"/>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0982E6F9-DF65-C4E0-A917-3C89D1FF03A3}"/>
              </a:ext>
            </a:extLst>
          </p:cNvPr>
          <p:cNvSpPr>
            <a:spLocks noGrp="1"/>
          </p:cNvSpPr>
          <p:nvPr>
            <p:ph type="sldNum" sz="quarter" idx="12"/>
          </p:nvPr>
        </p:nvSpPr>
        <p:spPr/>
        <p:txBody>
          <a:bodyPr/>
          <a:lstStyle/>
          <a:p>
            <a:fld id="{BC3A6246-3939-4F6B-8C51-CB2D9B1ACE5F}" type="slidenum">
              <a:rPr lang="pl-PL" smtClean="0"/>
              <a:t>‹#›</a:t>
            </a:fld>
            <a:endParaRPr lang="pl-PL"/>
          </a:p>
        </p:txBody>
      </p:sp>
    </p:spTree>
    <p:extLst>
      <p:ext uri="{BB962C8B-B14F-4D97-AF65-F5344CB8AC3E}">
        <p14:creationId xmlns:p14="http://schemas.microsoft.com/office/powerpoint/2010/main" val="2919628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a:extLst>
              <a:ext uri="{FF2B5EF4-FFF2-40B4-BE49-F238E27FC236}">
                <a16:creationId xmlns:a16="http://schemas.microsoft.com/office/drawing/2014/main" id="{B2362D82-8206-DD14-674F-0BEF624B19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a:extLst>
              <a:ext uri="{FF2B5EF4-FFF2-40B4-BE49-F238E27FC236}">
                <a16:creationId xmlns:a16="http://schemas.microsoft.com/office/drawing/2014/main" id="{BD011BAE-6457-C97F-2DE9-FD7838E93D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844524D2-5832-E873-22C2-95D0F637A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2F00207-6E02-464B-96EF-86390FF5217E}" type="datetimeFigureOut">
              <a:rPr lang="pl-PL" smtClean="0"/>
              <a:t>16.06.2025</a:t>
            </a:fld>
            <a:endParaRPr lang="pl-PL"/>
          </a:p>
        </p:txBody>
      </p:sp>
      <p:sp>
        <p:nvSpPr>
          <p:cNvPr id="5" name="Symbol zastępczy stopki 4">
            <a:extLst>
              <a:ext uri="{FF2B5EF4-FFF2-40B4-BE49-F238E27FC236}">
                <a16:creationId xmlns:a16="http://schemas.microsoft.com/office/drawing/2014/main" id="{F2815F82-D3E0-3978-D1B3-DA0E7CEA9F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l-PL"/>
          </a:p>
        </p:txBody>
      </p:sp>
      <p:sp>
        <p:nvSpPr>
          <p:cNvPr id="6" name="Symbol zastępczy numeru slajdu 5">
            <a:extLst>
              <a:ext uri="{FF2B5EF4-FFF2-40B4-BE49-F238E27FC236}">
                <a16:creationId xmlns:a16="http://schemas.microsoft.com/office/drawing/2014/main" id="{024A424C-5D90-5E16-6694-471E9B2EB5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3A6246-3939-4F6B-8C51-CB2D9B1ACE5F}" type="slidenum">
              <a:rPr lang="pl-PL" smtClean="0"/>
              <a:t>‹#›</a:t>
            </a:fld>
            <a:endParaRPr lang="pl-PL"/>
          </a:p>
        </p:txBody>
      </p:sp>
    </p:spTree>
    <p:extLst>
      <p:ext uri="{BB962C8B-B14F-4D97-AF65-F5344CB8AC3E}">
        <p14:creationId xmlns:p14="http://schemas.microsoft.com/office/powerpoint/2010/main" val="32459781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png"/></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s://pogotowiestatystyczne.pl/download/2023/04/2023-04-Test-Manna-Whitneya.pdf" TargetMode="External"/><Relationship Id="rId2" Type="http://schemas.openxmlformats.org/officeDocument/2006/relationships/hyperlink" Target="https://www.youtube.com/watch?v=02I84i8Knas" TargetMode="External"/><Relationship Id="rId1" Type="http://schemas.openxmlformats.org/officeDocument/2006/relationships/slideLayout" Target="../slideLayouts/slideLayout2.xml"/><Relationship Id="rId6" Type="http://schemas.openxmlformats.org/officeDocument/2006/relationships/hyperlink" Target="https://pogotowiestatystyczne.pl/slowniki/korelacja-pearsona/" TargetMode="External"/><Relationship Id="rId5" Type="http://schemas.openxmlformats.org/officeDocument/2006/relationships/hyperlink" Target="https://sztos-it.com/wzory_statystyczne_analiza_sily_efektu_d_cohena.html" TargetMode="External"/><Relationship Id="rId4" Type="http://schemas.openxmlformats.org/officeDocument/2006/relationships/hyperlink" Target="https://pogotowiestatystyczne.pl/wskazniki-sily-efekt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ctrTitle"/>
          </p:nvPr>
        </p:nvSpPr>
        <p:spPr/>
        <p:txBody>
          <a:bodyPr/>
          <a:lstStyle/>
          <a:p>
            <a:r>
              <a:rPr lang="pl-PL"/>
              <a:t>ZAJĘCIA PROJEKTOWE  Z METOD STATYSTYCZNYCH</a:t>
            </a:r>
          </a:p>
        </p:txBody>
      </p:sp>
      <p:sp>
        <p:nvSpPr>
          <p:cNvPr id="3" name="Podtytuł 2"/>
          <p:cNvSpPr>
            <a:spLocks noGrp="1"/>
          </p:cNvSpPr>
          <p:nvPr>
            <p:ph type="subTitle" idx="1"/>
          </p:nvPr>
        </p:nvSpPr>
        <p:spPr>
          <a:xfrm>
            <a:off x="1524000" y="3602038"/>
            <a:ext cx="9144000" cy="940226"/>
          </a:xfrm>
        </p:spPr>
        <p:txBody>
          <a:bodyPr vert="horz" lIns="91440" tIns="45720" rIns="91440" bIns="45720" rtlCol="0" anchor="t">
            <a:normAutofit/>
          </a:bodyPr>
          <a:lstStyle/>
          <a:p>
            <a:r>
              <a:rPr lang="pl-PL"/>
              <a:t>Spotkanie 2</a:t>
            </a:r>
          </a:p>
          <a:p>
            <a:r>
              <a:rPr lang="pl-PL"/>
              <a:t>INF </a:t>
            </a:r>
            <a:r>
              <a:rPr lang="pl-PL" err="1"/>
              <a:t>sem</a:t>
            </a:r>
            <a:r>
              <a:rPr lang="pl-PL"/>
              <a:t> 4, gr. 2, sekcja 3, podsekcja A</a:t>
            </a:r>
          </a:p>
        </p:txBody>
      </p:sp>
      <p:sp>
        <p:nvSpPr>
          <p:cNvPr id="4" name="pole tekstowe 3">
            <a:extLst>
              <a:ext uri="{FF2B5EF4-FFF2-40B4-BE49-F238E27FC236}">
                <a16:creationId xmlns:a16="http://schemas.microsoft.com/office/drawing/2014/main" id="{FA36E80F-3EE5-3E4C-1EC5-BBF77AB6537B}"/>
              </a:ext>
            </a:extLst>
          </p:cNvPr>
          <p:cNvSpPr txBox="1"/>
          <p:nvPr/>
        </p:nvSpPr>
        <p:spPr>
          <a:xfrm>
            <a:off x="7977251" y="4305610"/>
            <a:ext cx="3884083" cy="22159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pl-PL" sz="2400"/>
              <a:t>Igor Kotlarz </a:t>
            </a:r>
            <a:endParaRPr lang="pl-PL"/>
          </a:p>
          <a:p>
            <a:pPr algn="ctr"/>
            <a:r>
              <a:rPr lang="pl-PL" sz="2400" err="1"/>
              <a:t>Yevheniia</a:t>
            </a:r>
            <a:r>
              <a:rPr lang="pl-PL" sz="2400"/>
              <a:t> </a:t>
            </a:r>
            <a:r>
              <a:rPr lang="pl-PL" sz="2400" err="1"/>
              <a:t>Muravska</a:t>
            </a:r>
            <a:r>
              <a:rPr lang="pl-PL" sz="2400"/>
              <a:t> </a:t>
            </a:r>
            <a:endParaRPr lang="pl-PL"/>
          </a:p>
          <a:p>
            <a:pPr algn="ctr"/>
            <a:r>
              <a:rPr lang="pl-PL" sz="2400"/>
              <a:t>Kamil Musioł </a:t>
            </a:r>
            <a:endParaRPr lang="pl-PL"/>
          </a:p>
          <a:p>
            <a:pPr algn="ctr"/>
            <a:r>
              <a:rPr lang="pl-PL" sz="2400"/>
              <a:t>Karol Pethe </a:t>
            </a:r>
            <a:endParaRPr lang="pl-PL"/>
          </a:p>
          <a:p>
            <a:pPr algn="ctr"/>
            <a:r>
              <a:rPr lang="pl-PL" sz="2400"/>
              <a:t>Łukasz Wolf</a:t>
            </a:r>
            <a:endParaRPr lang="pl-PL"/>
          </a:p>
          <a:p>
            <a:pPr algn="l"/>
            <a:endParaRPr lang="pl-PL"/>
          </a:p>
        </p:txBody>
      </p:sp>
    </p:spTree>
    <p:extLst>
      <p:ext uri="{BB962C8B-B14F-4D97-AF65-F5344CB8AC3E}">
        <p14:creationId xmlns:p14="http://schemas.microsoft.com/office/powerpoint/2010/main" val="6503171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DC78A0-5829-2266-0B7A-AC605C6571AF}"/>
              </a:ext>
            </a:extLst>
          </p:cNvPr>
          <p:cNvSpPr>
            <a:spLocks noGrp="1"/>
          </p:cNvSpPr>
          <p:nvPr>
            <p:ph type="title"/>
          </p:nvPr>
        </p:nvSpPr>
        <p:spPr/>
        <p:txBody>
          <a:bodyPr/>
          <a:lstStyle/>
          <a:p>
            <a:r>
              <a:rPr lang="pl-PL"/>
              <a:t>Dalsza część realizacji projektu</a:t>
            </a:r>
          </a:p>
        </p:txBody>
      </p:sp>
      <p:sp>
        <p:nvSpPr>
          <p:cNvPr id="3" name="Symbol zastępczy zawartości 2">
            <a:extLst>
              <a:ext uri="{FF2B5EF4-FFF2-40B4-BE49-F238E27FC236}">
                <a16:creationId xmlns:a16="http://schemas.microsoft.com/office/drawing/2014/main" id="{7B5224B2-7B25-6713-3EF2-62D271F25683}"/>
              </a:ext>
            </a:extLst>
          </p:cNvPr>
          <p:cNvSpPr>
            <a:spLocks noGrp="1"/>
          </p:cNvSpPr>
          <p:nvPr>
            <p:ph idx="1"/>
          </p:nvPr>
        </p:nvSpPr>
        <p:spPr/>
        <p:txBody>
          <a:bodyPr/>
          <a:lstStyle/>
          <a:p>
            <a:r>
              <a:rPr lang="pl-PL"/>
              <a:t>Czyszczenie danych</a:t>
            </a:r>
          </a:p>
          <a:p>
            <a:r>
              <a:rPr lang="pl-PL"/>
              <a:t>Przeprowadzenie testów normalności – omówienie wyników</a:t>
            </a:r>
          </a:p>
          <a:p>
            <a:r>
              <a:rPr lang="pl-PL"/>
              <a:t>Wizualne testy normalności vs otrzymane wyniki</a:t>
            </a:r>
          </a:p>
          <a:p>
            <a:r>
              <a:rPr lang="pl-PL"/>
              <a:t>Testy homogeniczności wariancji</a:t>
            </a:r>
          </a:p>
          <a:p>
            <a:r>
              <a:rPr lang="pl-PL"/>
              <a:t>Wyższość jednej grupy nad drugą – test istotności różnic pomiędzy grupami</a:t>
            </a:r>
          </a:p>
        </p:txBody>
      </p:sp>
    </p:spTree>
    <p:extLst>
      <p:ext uri="{BB962C8B-B14F-4D97-AF65-F5344CB8AC3E}">
        <p14:creationId xmlns:p14="http://schemas.microsoft.com/office/powerpoint/2010/main" val="338661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D75AEF7-339D-A5B2-20C7-167F7432DA69}"/>
              </a:ext>
            </a:extLst>
          </p:cNvPr>
          <p:cNvSpPr>
            <a:spLocks noGrp="1"/>
          </p:cNvSpPr>
          <p:nvPr>
            <p:ph type="title"/>
          </p:nvPr>
        </p:nvSpPr>
        <p:spPr/>
        <p:txBody>
          <a:bodyPr/>
          <a:lstStyle/>
          <a:p>
            <a:r>
              <a:rPr lang="pl-PL"/>
              <a:t>Czyszczenie danych – pozbycie się </a:t>
            </a:r>
            <a:r>
              <a:rPr lang="pl-PL" err="1"/>
              <a:t>outlierów</a:t>
            </a:r>
            <a:r>
              <a:rPr lang="pl-PL"/>
              <a:t> oraz wartości nieprawidłowych</a:t>
            </a:r>
          </a:p>
        </p:txBody>
      </p:sp>
      <p:pic>
        <p:nvPicPr>
          <p:cNvPr id="5" name="Symbol zastępczy zawartości 4">
            <a:extLst>
              <a:ext uri="{FF2B5EF4-FFF2-40B4-BE49-F238E27FC236}">
                <a16:creationId xmlns:a16="http://schemas.microsoft.com/office/drawing/2014/main" id="{4659E2A6-BB48-3C23-130F-815847CEBAD1}"/>
              </a:ext>
            </a:extLst>
          </p:cNvPr>
          <p:cNvPicPr>
            <a:picLocks noGrp="1" noChangeAspect="1"/>
          </p:cNvPicPr>
          <p:nvPr>
            <p:ph idx="1"/>
          </p:nvPr>
        </p:nvPicPr>
        <p:blipFill>
          <a:blip r:embed="rId2"/>
          <a:stretch>
            <a:fillRect/>
          </a:stretch>
        </p:blipFill>
        <p:spPr>
          <a:xfrm>
            <a:off x="1504950" y="1791541"/>
            <a:ext cx="9182100" cy="3060700"/>
          </a:xfrm>
        </p:spPr>
      </p:pic>
      <p:pic>
        <p:nvPicPr>
          <p:cNvPr id="7" name="Obraz 6">
            <a:extLst>
              <a:ext uri="{FF2B5EF4-FFF2-40B4-BE49-F238E27FC236}">
                <a16:creationId xmlns:a16="http://schemas.microsoft.com/office/drawing/2014/main" id="{5A7B13C5-8E53-704A-BA20-DDC8D3203D76}"/>
              </a:ext>
            </a:extLst>
          </p:cNvPr>
          <p:cNvPicPr>
            <a:picLocks noChangeAspect="1"/>
          </p:cNvPicPr>
          <p:nvPr/>
        </p:nvPicPr>
        <p:blipFill>
          <a:blip r:embed="rId3"/>
          <a:stretch>
            <a:fillRect/>
          </a:stretch>
        </p:blipFill>
        <p:spPr>
          <a:xfrm>
            <a:off x="1504950" y="5058897"/>
            <a:ext cx="5963482" cy="628738"/>
          </a:xfrm>
          <a:prstGeom prst="rect">
            <a:avLst/>
          </a:prstGeom>
        </p:spPr>
      </p:pic>
      <p:pic>
        <p:nvPicPr>
          <p:cNvPr id="11" name="Obraz 10">
            <a:extLst>
              <a:ext uri="{FF2B5EF4-FFF2-40B4-BE49-F238E27FC236}">
                <a16:creationId xmlns:a16="http://schemas.microsoft.com/office/drawing/2014/main" id="{A7EA8668-E8B4-28BB-683F-5F54B2DADAE9}"/>
              </a:ext>
            </a:extLst>
          </p:cNvPr>
          <p:cNvPicPr>
            <a:picLocks noChangeAspect="1"/>
          </p:cNvPicPr>
          <p:nvPr/>
        </p:nvPicPr>
        <p:blipFill>
          <a:blip r:embed="rId4"/>
          <a:stretch>
            <a:fillRect/>
          </a:stretch>
        </p:blipFill>
        <p:spPr>
          <a:xfrm>
            <a:off x="1504950" y="5894292"/>
            <a:ext cx="6048375" cy="598583"/>
          </a:xfrm>
          <a:prstGeom prst="rect">
            <a:avLst/>
          </a:prstGeom>
        </p:spPr>
      </p:pic>
    </p:spTree>
    <p:extLst>
      <p:ext uri="{BB962C8B-B14F-4D97-AF65-F5344CB8AC3E}">
        <p14:creationId xmlns:p14="http://schemas.microsoft.com/office/powerpoint/2010/main" val="31860112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7BF42CA-AD55-48B4-8949-C4DCA60A6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6AE1D3D-3106-4CB2-AA7C-0C1642AC0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A31B6AF-B711-4CDB-8C2B-16E963DDC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37" y="0"/>
            <a:ext cx="5646974" cy="6483075"/>
            <a:chOff x="-19221" y="0"/>
            <a:chExt cx="5646974" cy="6483075"/>
          </a:xfrm>
        </p:grpSpPr>
        <p:sp>
          <p:nvSpPr>
            <p:cNvPr id="13" name="Freeform: Shape 12">
              <a:extLst>
                <a:ext uri="{FF2B5EF4-FFF2-40B4-BE49-F238E27FC236}">
                  <a16:creationId xmlns:a16="http://schemas.microsoft.com/office/drawing/2014/main" id="{CA818331-E13C-49C6-B98D-A60AD0E85A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37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7C4629D-4AB7-48D4-A61B-1AE1837A7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54000">
                  <a:schemeClr val="accent6">
                    <a:alpha val="10000"/>
                  </a:schemeClr>
                </a:gs>
                <a:gs pos="100000">
                  <a:schemeClr val="bg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D1E30050-9FC4-4CC7-8C0B-BF5EFD1064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E7E03733-50FD-49A6-B226-40F6A0AD45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8A614510-A9F4-41B6-B78E-F49E390C7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74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122E5FB0-AB1E-83E6-6C88-9150F604CE3E}"/>
              </a:ext>
            </a:extLst>
          </p:cNvPr>
          <p:cNvSpPr>
            <a:spLocks noGrp="1"/>
          </p:cNvSpPr>
          <p:nvPr>
            <p:ph type="title"/>
          </p:nvPr>
        </p:nvSpPr>
        <p:spPr>
          <a:xfrm>
            <a:off x="804672" y="2053641"/>
            <a:ext cx="3669161" cy="2760098"/>
          </a:xfrm>
        </p:spPr>
        <p:txBody>
          <a:bodyPr>
            <a:normAutofit/>
          </a:bodyPr>
          <a:lstStyle/>
          <a:p>
            <a:r>
              <a:rPr lang="pl-PL" sz="4000">
                <a:solidFill>
                  <a:schemeClr val="tx2"/>
                </a:solidFill>
              </a:rPr>
              <a:t>Zaktualizowane box-ploty po oczyszczeniu danych</a:t>
            </a:r>
          </a:p>
        </p:txBody>
      </p:sp>
      <p:sp>
        <p:nvSpPr>
          <p:cNvPr id="3" name="Symbol zastępczy zawartości 2">
            <a:extLst>
              <a:ext uri="{FF2B5EF4-FFF2-40B4-BE49-F238E27FC236}">
                <a16:creationId xmlns:a16="http://schemas.microsoft.com/office/drawing/2014/main" id="{2E16086D-2654-2E6D-E09C-A1E9D64490D5}"/>
              </a:ext>
            </a:extLst>
          </p:cNvPr>
          <p:cNvSpPr>
            <a:spLocks noGrp="1"/>
          </p:cNvSpPr>
          <p:nvPr>
            <p:ph idx="1"/>
          </p:nvPr>
        </p:nvSpPr>
        <p:spPr>
          <a:xfrm>
            <a:off x="6090574" y="801866"/>
            <a:ext cx="5306084" cy="5230634"/>
          </a:xfrm>
          <a:noFill/>
          <a:ln>
            <a:noFill/>
          </a:ln>
        </p:spPr>
        <p:txBody>
          <a:bodyPr anchor="ctr">
            <a:normAutofit/>
          </a:bodyPr>
          <a:lstStyle/>
          <a:p>
            <a:r>
              <a:rPr lang="pl-PL">
                <a:solidFill>
                  <a:schemeClr val="tx2"/>
                </a:solidFill>
              </a:rPr>
              <a:t>Na następnych slajdach zestawione zostaną </a:t>
            </a:r>
            <a:r>
              <a:rPr lang="pl-PL" err="1">
                <a:solidFill>
                  <a:schemeClr val="tx2"/>
                </a:solidFill>
              </a:rPr>
              <a:t>box</a:t>
            </a:r>
            <a:r>
              <a:rPr lang="pl-PL">
                <a:solidFill>
                  <a:schemeClr val="tx2"/>
                </a:solidFill>
              </a:rPr>
              <a:t> ploty grupy badanej oraz grupy kontrolnej we wszystkich scenariuszach łącznie, aby nie zaciemniać obrazu.</a:t>
            </a:r>
          </a:p>
        </p:txBody>
      </p:sp>
    </p:spTree>
    <p:extLst>
      <p:ext uri="{BB962C8B-B14F-4D97-AF65-F5344CB8AC3E}">
        <p14:creationId xmlns:p14="http://schemas.microsoft.com/office/powerpoint/2010/main" val="741743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A4813D3-5B1B-71FD-D5DA-32DF5DC54042}"/>
              </a:ext>
            </a:extLst>
          </p:cNvPr>
          <p:cNvSpPr>
            <a:spLocks noGrp="1"/>
          </p:cNvSpPr>
          <p:nvPr>
            <p:ph type="title"/>
          </p:nvPr>
        </p:nvSpPr>
        <p:spPr/>
        <p:txBody>
          <a:bodyPr/>
          <a:lstStyle/>
          <a:p>
            <a:r>
              <a:rPr lang="pl-PL"/>
              <a:t>Problemy napotkane bez oczyszczenia danych</a:t>
            </a:r>
          </a:p>
        </p:txBody>
      </p:sp>
      <p:pic>
        <p:nvPicPr>
          <p:cNvPr id="4" name="Symbol zastępczy zawartości 6" descr="Obraz zawierający diagram, zrzut ekranu, linia, tekst&#10;&#10;Zawartość wygenerowana przez sztuczną inteligencję może być niepoprawna.">
            <a:extLst>
              <a:ext uri="{FF2B5EF4-FFF2-40B4-BE49-F238E27FC236}">
                <a16:creationId xmlns:a16="http://schemas.microsoft.com/office/drawing/2014/main" id="{2753FC35-4E2A-D988-117E-2767460D0830}"/>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725493" y="988995"/>
            <a:ext cx="8539138" cy="5692760"/>
          </a:xfrm>
        </p:spPr>
      </p:pic>
    </p:spTree>
    <p:extLst>
      <p:ext uri="{BB962C8B-B14F-4D97-AF65-F5344CB8AC3E}">
        <p14:creationId xmlns:p14="http://schemas.microsoft.com/office/powerpoint/2010/main" val="3218874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58506-8CA2-A4DC-EE9B-7BDB47B80DD2}"/>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B38C4F3D-0FBF-6E65-0F39-B843A0B74315}"/>
              </a:ext>
            </a:extLst>
          </p:cNvPr>
          <p:cNvSpPr>
            <a:spLocks noGrp="1"/>
          </p:cNvSpPr>
          <p:nvPr>
            <p:ph type="title"/>
          </p:nvPr>
        </p:nvSpPr>
        <p:spPr/>
        <p:txBody>
          <a:bodyPr/>
          <a:lstStyle/>
          <a:p>
            <a:r>
              <a:rPr lang="pl-PL"/>
              <a:t>Problemy napotkane bez oczyszczenia danych</a:t>
            </a:r>
          </a:p>
        </p:txBody>
      </p:sp>
      <p:pic>
        <p:nvPicPr>
          <p:cNvPr id="6" name="Symbol zastępczy zawartości 6" descr="Obraz zawierający tekst, zrzut ekranu, diagram, linia&#10;&#10;Zawartość wygenerowana przez sztuczną inteligencję może być niepoprawna.">
            <a:extLst>
              <a:ext uri="{FF2B5EF4-FFF2-40B4-BE49-F238E27FC236}">
                <a16:creationId xmlns:a16="http://schemas.microsoft.com/office/drawing/2014/main" id="{89769933-D4D2-BE08-639F-473EDDA35FD0}"/>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242555" y="1027906"/>
            <a:ext cx="8391726" cy="5594486"/>
          </a:xfrm>
        </p:spPr>
      </p:pic>
    </p:spTree>
    <p:extLst>
      <p:ext uri="{BB962C8B-B14F-4D97-AF65-F5344CB8AC3E}">
        <p14:creationId xmlns:p14="http://schemas.microsoft.com/office/powerpoint/2010/main" val="332222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8" name="Symbol zastępczy zawartości 17" descr="Obraz zawierający diagram, tekst, linia, zrzut ekranu">
            <a:extLst>
              <a:ext uri="{FF2B5EF4-FFF2-40B4-BE49-F238E27FC236}">
                <a16:creationId xmlns:a16="http://schemas.microsoft.com/office/drawing/2014/main" id="{D23C3049-9B0B-C8DF-33F2-F653928443B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7700" y="643466"/>
            <a:ext cx="8356600" cy="5571067"/>
          </a:xfrm>
          <a:prstGeom prst="rect">
            <a:avLst/>
          </a:prstGeom>
        </p:spPr>
      </p:pic>
    </p:spTree>
    <p:extLst>
      <p:ext uri="{BB962C8B-B14F-4D97-AF65-F5344CB8AC3E}">
        <p14:creationId xmlns:p14="http://schemas.microsoft.com/office/powerpoint/2010/main" val="1661307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Symbol zastępczy zawartości 4" descr="Obraz zawierający tekst, diagram, linia, zrzut ekranu&#10;&#10;Zawartość wygenerowana przez sztuczną inteligencję może być niepoprawna.">
            <a:extLst>
              <a:ext uri="{FF2B5EF4-FFF2-40B4-BE49-F238E27FC236}">
                <a16:creationId xmlns:a16="http://schemas.microsoft.com/office/drawing/2014/main" id="{C1115194-F26E-0443-B1F4-980B0612736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7700" y="643466"/>
            <a:ext cx="8356600" cy="5571067"/>
          </a:xfrm>
          <a:prstGeom prst="rect">
            <a:avLst/>
          </a:prstGeom>
        </p:spPr>
      </p:pic>
    </p:spTree>
    <p:extLst>
      <p:ext uri="{BB962C8B-B14F-4D97-AF65-F5344CB8AC3E}">
        <p14:creationId xmlns:p14="http://schemas.microsoft.com/office/powerpoint/2010/main" val="41849606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Symbol zastępczy zawartości 4" descr="Obraz zawierający tekst, diagram, linia, zrzut ekranu&#10;&#10;Zawartość wygenerowana przez sztuczną inteligencję może być niepoprawna.">
            <a:extLst>
              <a:ext uri="{FF2B5EF4-FFF2-40B4-BE49-F238E27FC236}">
                <a16:creationId xmlns:a16="http://schemas.microsoft.com/office/drawing/2014/main" id="{08CDC4E4-E695-F51F-C3EB-35BB9F501FA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7700" y="643466"/>
            <a:ext cx="8356600" cy="5571067"/>
          </a:xfrm>
          <a:prstGeom prst="rect">
            <a:avLst/>
          </a:prstGeom>
        </p:spPr>
      </p:pic>
    </p:spTree>
    <p:extLst>
      <p:ext uri="{BB962C8B-B14F-4D97-AF65-F5344CB8AC3E}">
        <p14:creationId xmlns:p14="http://schemas.microsoft.com/office/powerpoint/2010/main" val="8192969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Symbol zastępczy zawartości 4" descr="Obraz zawierający tekst, diagram, linia, zrzut ekranu&#10;&#10;Zawartość wygenerowana przez sztuczną inteligencję może być niepoprawna.">
            <a:extLst>
              <a:ext uri="{FF2B5EF4-FFF2-40B4-BE49-F238E27FC236}">
                <a16:creationId xmlns:a16="http://schemas.microsoft.com/office/drawing/2014/main" id="{66B336B5-2C57-C2D7-F50B-A578D9516F5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17700" y="643466"/>
            <a:ext cx="8356600" cy="5571067"/>
          </a:xfrm>
          <a:prstGeom prst="rect">
            <a:avLst/>
          </a:prstGeom>
        </p:spPr>
      </p:pic>
    </p:spTree>
    <p:extLst>
      <p:ext uri="{BB962C8B-B14F-4D97-AF65-F5344CB8AC3E}">
        <p14:creationId xmlns:p14="http://schemas.microsoft.com/office/powerpoint/2010/main" val="1141804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Symbol zastępczy zawartości 4" descr="Obraz zawierający tekst, diagram, linia, zrzut ekranu&#10;&#10;Zawartość wygenerowana przez sztuczną inteligencję może być niepoprawna.">
            <a:extLst>
              <a:ext uri="{FF2B5EF4-FFF2-40B4-BE49-F238E27FC236}">
                <a16:creationId xmlns:a16="http://schemas.microsoft.com/office/drawing/2014/main" id="{829A8CC7-197D-54A0-A4AE-FD24FB9FE96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50000"/>
          <a:stretch/>
        </p:blipFill>
        <p:spPr>
          <a:xfrm>
            <a:off x="1814953" y="475335"/>
            <a:ext cx="8562094" cy="2854032"/>
          </a:xfrm>
          <a:prstGeom prst="rect">
            <a:avLst/>
          </a:prstGeom>
        </p:spPr>
      </p:pic>
      <p:pic>
        <p:nvPicPr>
          <p:cNvPr id="9" name="Obraz 8" descr="Obraz zawierający tekst, diagram, zrzut ekranu, linia">
            <a:extLst>
              <a:ext uri="{FF2B5EF4-FFF2-40B4-BE49-F238E27FC236}">
                <a16:creationId xmlns:a16="http://schemas.microsoft.com/office/drawing/2014/main" id="{6232E4E7-CDB5-FD09-D167-DF69EC9628E1}"/>
              </a:ext>
            </a:extLst>
          </p:cNvPr>
          <p:cNvPicPr>
            <a:picLocks noChangeAspect="1"/>
          </p:cNvPicPr>
          <p:nvPr/>
        </p:nvPicPr>
        <p:blipFill>
          <a:blip r:embed="rId3">
            <a:extLst>
              <a:ext uri="{28A0092B-C50C-407E-A947-70E740481C1C}">
                <a14:useLocalDpi xmlns:a14="http://schemas.microsoft.com/office/drawing/2010/main" val="0"/>
              </a:ext>
            </a:extLst>
          </a:blip>
          <a:srcRect b="48561"/>
          <a:stretch/>
        </p:blipFill>
        <p:spPr>
          <a:xfrm>
            <a:off x="1750030" y="3429000"/>
            <a:ext cx="8613032" cy="2953665"/>
          </a:xfrm>
          <a:prstGeom prst="rect">
            <a:avLst/>
          </a:prstGeom>
        </p:spPr>
      </p:pic>
    </p:spTree>
    <p:extLst>
      <p:ext uri="{BB962C8B-B14F-4D97-AF65-F5344CB8AC3E}">
        <p14:creationId xmlns:p14="http://schemas.microsoft.com/office/powerpoint/2010/main" val="1548519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ymbol zastępczy zawartości 4" descr="Obraz zawierający diagram, tekst, zrzut ekranu, linia&#10;&#10;Zawartość wygenerowana przez sztuczną inteligencję może być niepoprawna.">
            <a:extLst>
              <a:ext uri="{FF2B5EF4-FFF2-40B4-BE49-F238E27FC236}">
                <a16:creationId xmlns:a16="http://schemas.microsoft.com/office/drawing/2014/main" id="{BB5F9D71-E78A-DB67-073D-1ECEEC87820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48486"/>
          <a:stretch/>
        </p:blipFill>
        <p:spPr>
          <a:xfrm>
            <a:off x="1815257" y="275198"/>
            <a:ext cx="8561486" cy="2940246"/>
          </a:xfrm>
        </p:spPr>
      </p:pic>
      <p:pic>
        <p:nvPicPr>
          <p:cNvPr id="7" name="Obraz 6" descr="Obraz zawierający tekst, diagram, zrzut ekranu, linia&#10;&#10;Zawartość wygenerowana przez sztuczną inteligencję może być niepoprawna.">
            <a:extLst>
              <a:ext uri="{FF2B5EF4-FFF2-40B4-BE49-F238E27FC236}">
                <a16:creationId xmlns:a16="http://schemas.microsoft.com/office/drawing/2014/main" id="{DF301B37-901B-98CF-D058-0A4568826F5B}"/>
              </a:ext>
            </a:extLst>
          </p:cNvPr>
          <p:cNvPicPr>
            <a:picLocks noChangeAspect="1"/>
          </p:cNvPicPr>
          <p:nvPr/>
        </p:nvPicPr>
        <p:blipFill>
          <a:blip r:embed="rId3">
            <a:extLst>
              <a:ext uri="{28A0092B-C50C-407E-A947-70E740481C1C}">
                <a14:useLocalDpi xmlns:a14="http://schemas.microsoft.com/office/drawing/2010/main" val="0"/>
              </a:ext>
            </a:extLst>
          </a:blip>
          <a:srcRect b="49384"/>
          <a:stretch/>
        </p:blipFill>
        <p:spPr>
          <a:xfrm>
            <a:off x="1815257" y="3254934"/>
            <a:ext cx="8561487" cy="2888983"/>
          </a:xfrm>
          <a:prstGeom prst="rect">
            <a:avLst/>
          </a:prstGeom>
        </p:spPr>
      </p:pic>
    </p:spTree>
    <p:extLst>
      <p:ext uri="{BB962C8B-B14F-4D97-AF65-F5344CB8AC3E}">
        <p14:creationId xmlns:p14="http://schemas.microsoft.com/office/powerpoint/2010/main" val="8466537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ED304CA-F78B-6F7A-411C-42B99CB26BC7}"/>
              </a:ext>
            </a:extLst>
          </p:cNvPr>
          <p:cNvSpPr>
            <a:spLocks noGrp="1"/>
          </p:cNvSpPr>
          <p:nvPr>
            <p:ph type="title"/>
          </p:nvPr>
        </p:nvSpPr>
        <p:spPr/>
        <p:txBody>
          <a:bodyPr/>
          <a:lstStyle/>
          <a:p>
            <a:r>
              <a:rPr lang="pl-PL"/>
              <a:t>Formalne testy normalności - test </a:t>
            </a:r>
            <a:r>
              <a:rPr lang="pl-PL" err="1"/>
              <a:t>Shapiro</a:t>
            </a:r>
            <a:r>
              <a:rPr lang="pl-PL"/>
              <a:t>-Wilka </a:t>
            </a:r>
          </a:p>
        </p:txBody>
      </p:sp>
      <p:pic>
        <p:nvPicPr>
          <p:cNvPr id="5" name="Symbol zastępczy zawartości 4">
            <a:extLst>
              <a:ext uri="{FF2B5EF4-FFF2-40B4-BE49-F238E27FC236}">
                <a16:creationId xmlns:a16="http://schemas.microsoft.com/office/drawing/2014/main" id="{DA92D00E-99F0-CEF4-3EDF-6459FD17BCA2}"/>
              </a:ext>
            </a:extLst>
          </p:cNvPr>
          <p:cNvPicPr>
            <a:picLocks noGrp="1" noChangeAspect="1"/>
          </p:cNvPicPr>
          <p:nvPr>
            <p:ph idx="1"/>
          </p:nvPr>
        </p:nvPicPr>
        <p:blipFill>
          <a:blip r:embed="rId2"/>
          <a:stretch>
            <a:fillRect/>
          </a:stretch>
        </p:blipFill>
        <p:spPr>
          <a:xfrm>
            <a:off x="1409685" y="2010313"/>
            <a:ext cx="9372630" cy="4320637"/>
          </a:xfrm>
        </p:spPr>
      </p:pic>
    </p:spTree>
    <p:extLst>
      <p:ext uri="{BB962C8B-B14F-4D97-AF65-F5344CB8AC3E}">
        <p14:creationId xmlns:p14="http://schemas.microsoft.com/office/powerpoint/2010/main" val="38208832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Obraz 10">
            <a:extLst>
              <a:ext uri="{FF2B5EF4-FFF2-40B4-BE49-F238E27FC236}">
                <a16:creationId xmlns:a16="http://schemas.microsoft.com/office/drawing/2014/main" id="{A89F335D-AD3B-B3A5-ECD5-E31C240705B0}"/>
              </a:ext>
            </a:extLst>
          </p:cNvPr>
          <p:cNvPicPr>
            <a:picLocks noChangeAspect="1"/>
          </p:cNvPicPr>
          <p:nvPr/>
        </p:nvPicPr>
        <p:blipFill>
          <a:blip r:embed="rId2"/>
          <a:stretch>
            <a:fillRect/>
          </a:stretch>
        </p:blipFill>
        <p:spPr>
          <a:xfrm>
            <a:off x="815755" y="874546"/>
            <a:ext cx="5764148" cy="2436615"/>
          </a:xfrm>
          <a:prstGeom prst="rect">
            <a:avLst/>
          </a:prstGeom>
        </p:spPr>
      </p:pic>
      <p:pic>
        <p:nvPicPr>
          <p:cNvPr id="13" name="Obraz 12">
            <a:extLst>
              <a:ext uri="{FF2B5EF4-FFF2-40B4-BE49-F238E27FC236}">
                <a16:creationId xmlns:a16="http://schemas.microsoft.com/office/drawing/2014/main" id="{976204B0-8F74-7B1A-8595-C16A0F165530}"/>
              </a:ext>
            </a:extLst>
          </p:cNvPr>
          <p:cNvPicPr>
            <a:picLocks noChangeAspect="1"/>
          </p:cNvPicPr>
          <p:nvPr/>
        </p:nvPicPr>
        <p:blipFill>
          <a:blip r:embed="rId3"/>
          <a:stretch>
            <a:fillRect/>
          </a:stretch>
        </p:blipFill>
        <p:spPr>
          <a:xfrm>
            <a:off x="6579903" y="874546"/>
            <a:ext cx="5077172" cy="2468815"/>
          </a:xfrm>
          <a:prstGeom prst="rect">
            <a:avLst/>
          </a:prstGeom>
        </p:spPr>
      </p:pic>
      <p:pic>
        <p:nvPicPr>
          <p:cNvPr id="15" name="Obraz 14">
            <a:extLst>
              <a:ext uri="{FF2B5EF4-FFF2-40B4-BE49-F238E27FC236}">
                <a16:creationId xmlns:a16="http://schemas.microsoft.com/office/drawing/2014/main" id="{A7046112-DEE7-0AF6-2415-66D6D337E12A}"/>
              </a:ext>
            </a:extLst>
          </p:cNvPr>
          <p:cNvPicPr>
            <a:picLocks noChangeAspect="1"/>
          </p:cNvPicPr>
          <p:nvPr/>
        </p:nvPicPr>
        <p:blipFill>
          <a:blip r:embed="rId4"/>
          <a:stretch>
            <a:fillRect/>
          </a:stretch>
        </p:blipFill>
        <p:spPr>
          <a:xfrm>
            <a:off x="730029" y="3561278"/>
            <a:ext cx="4940611" cy="2453945"/>
          </a:xfrm>
          <a:prstGeom prst="rect">
            <a:avLst/>
          </a:prstGeom>
        </p:spPr>
      </p:pic>
      <p:pic>
        <p:nvPicPr>
          <p:cNvPr id="17" name="Obraz 16">
            <a:extLst>
              <a:ext uri="{FF2B5EF4-FFF2-40B4-BE49-F238E27FC236}">
                <a16:creationId xmlns:a16="http://schemas.microsoft.com/office/drawing/2014/main" id="{A60315CA-4CFC-5D11-F403-ECD1D4DDB287}"/>
              </a:ext>
            </a:extLst>
          </p:cNvPr>
          <p:cNvPicPr>
            <a:picLocks noChangeAspect="1"/>
          </p:cNvPicPr>
          <p:nvPr/>
        </p:nvPicPr>
        <p:blipFill>
          <a:blip r:embed="rId5"/>
          <a:stretch>
            <a:fillRect/>
          </a:stretch>
        </p:blipFill>
        <p:spPr>
          <a:xfrm>
            <a:off x="5927346" y="3561278"/>
            <a:ext cx="5693154" cy="2464852"/>
          </a:xfrm>
          <a:prstGeom prst="rect">
            <a:avLst/>
          </a:prstGeom>
        </p:spPr>
      </p:pic>
    </p:spTree>
    <p:extLst>
      <p:ext uri="{BB962C8B-B14F-4D97-AF65-F5344CB8AC3E}">
        <p14:creationId xmlns:p14="http://schemas.microsoft.com/office/powerpoint/2010/main" val="587596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braz 5">
            <a:extLst>
              <a:ext uri="{FF2B5EF4-FFF2-40B4-BE49-F238E27FC236}">
                <a16:creationId xmlns:a16="http://schemas.microsoft.com/office/drawing/2014/main" id="{EB841D40-566C-149C-6AD4-A120D33B2B9B}"/>
              </a:ext>
            </a:extLst>
          </p:cNvPr>
          <p:cNvPicPr>
            <a:picLocks noChangeAspect="1"/>
          </p:cNvPicPr>
          <p:nvPr/>
        </p:nvPicPr>
        <p:blipFill>
          <a:blip r:embed="rId2"/>
          <a:stretch>
            <a:fillRect/>
          </a:stretch>
        </p:blipFill>
        <p:spPr>
          <a:xfrm>
            <a:off x="838200" y="1052916"/>
            <a:ext cx="5940210" cy="2376084"/>
          </a:xfrm>
          <a:prstGeom prst="rect">
            <a:avLst/>
          </a:prstGeom>
        </p:spPr>
      </p:pic>
      <p:pic>
        <p:nvPicPr>
          <p:cNvPr id="8" name="Obraz 7">
            <a:extLst>
              <a:ext uri="{FF2B5EF4-FFF2-40B4-BE49-F238E27FC236}">
                <a16:creationId xmlns:a16="http://schemas.microsoft.com/office/drawing/2014/main" id="{8B8BA94D-81E1-A505-BAE3-B45162559484}"/>
              </a:ext>
            </a:extLst>
          </p:cNvPr>
          <p:cNvPicPr>
            <a:picLocks noChangeAspect="1"/>
          </p:cNvPicPr>
          <p:nvPr/>
        </p:nvPicPr>
        <p:blipFill>
          <a:blip r:embed="rId3"/>
          <a:stretch>
            <a:fillRect/>
          </a:stretch>
        </p:blipFill>
        <p:spPr>
          <a:xfrm>
            <a:off x="6973673" y="1003202"/>
            <a:ext cx="4836277" cy="2365570"/>
          </a:xfrm>
          <a:prstGeom prst="rect">
            <a:avLst/>
          </a:prstGeom>
        </p:spPr>
      </p:pic>
      <p:pic>
        <p:nvPicPr>
          <p:cNvPr id="10" name="Obraz 9">
            <a:extLst>
              <a:ext uri="{FF2B5EF4-FFF2-40B4-BE49-F238E27FC236}">
                <a16:creationId xmlns:a16="http://schemas.microsoft.com/office/drawing/2014/main" id="{141E0392-0635-6E46-D117-14CE90FE0ACC}"/>
              </a:ext>
            </a:extLst>
          </p:cNvPr>
          <p:cNvPicPr>
            <a:picLocks noChangeAspect="1"/>
          </p:cNvPicPr>
          <p:nvPr/>
        </p:nvPicPr>
        <p:blipFill>
          <a:blip r:embed="rId4"/>
          <a:stretch>
            <a:fillRect/>
          </a:stretch>
        </p:blipFill>
        <p:spPr>
          <a:xfrm>
            <a:off x="838199" y="3712109"/>
            <a:ext cx="4984565" cy="2356149"/>
          </a:xfrm>
          <a:prstGeom prst="rect">
            <a:avLst/>
          </a:prstGeom>
        </p:spPr>
      </p:pic>
      <p:pic>
        <p:nvPicPr>
          <p:cNvPr id="12" name="Obraz 11">
            <a:extLst>
              <a:ext uri="{FF2B5EF4-FFF2-40B4-BE49-F238E27FC236}">
                <a16:creationId xmlns:a16="http://schemas.microsoft.com/office/drawing/2014/main" id="{CCCF25C3-7B30-EB95-E0BF-568B36CE40E8}"/>
              </a:ext>
            </a:extLst>
          </p:cNvPr>
          <p:cNvPicPr>
            <a:picLocks noChangeAspect="1"/>
          </p:cNvPicPr>
          <p:nvPr/>
        </p:nvPicPr>
        <p:blipFill>
          <a:blip r:embed="rId5"/>
          <a:stretch>
            <a:fillRect/>
          </a:stretch>
        </p:blipFill>
        <p:spPr>
          <a:xfrm>
            <a:off x="6207551" y="3712109"/>
            <a:ext cx="5602399" cy="2356149"/>
          </a:xfrm>
          <a:prstGeom prst="rect">
            <a:avLst/>
          </a:prstGeom>
        </p:spPr>
      </p:pic>
    </p:spTree>
    <p:extLst>
      <p:ext uri="{BB962C8B-B14F-4D97-AF65-F5344CB8AC3E}">
        <p14:creationId xmlns:p14="http://schemas.microsoft.com/office/powerpoint/2010/main" val="33253411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6967D-3377-1C52-BD0B-E0799A0E81A5}"/>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B78FE7B2-613B-8449-0A33-679DE608461C}"/>
              </a:ext>
            </a:extLst>
          </p:cNvPr>
          <p:cNvSpPr>
            <a:spLocks noGrp="1"/>
          </p:cNvSpPr>
          <p:nvPr>
            <p:ph type="title"/>
          </p:nvPr>
        </p:nvSpPr>
        <p:spPr/>
        <p:txBody>
          <a:bodyPr/>
          <a:lstStyle/>
          <a:p>
            <a:r>
              <a:rPr lang="pl-PL"/>
              <a:t>Ostatnia deska ratunku – test Kołmogorowa - Smirnowa</a:t>
            </a:r>
          </a:p>
        </p:txBody>
      </p:sp>
      <p:pic>
        <p:nvPicPr>
          <p:cNvPr id="11" name="Symbol zastępczy zawartości 10">
            <a:extLst>
              <a:ext uri="{FF2B5EF4-FFF2-40B4-BE49-F238E27FC236}">
                <a16:creationId xmlns:a16="http://schemas.microsoft.com/office/drawing/2014/main" id="{7DFFCF6D-B82D-5D1F-EE70-6569CB244DEA}"/>
              </a:ext>
            </a:extLst>
          </p:cNvPr>
          <p:cNvPicPr>
            <a:picLocks noGrp="1" noChangeAspect="1"/>
          </p:cNvPicPr>
          <p:nvPr>
            <p:ph idx="1"/>
          </p:nvPr>
        </p:nvPicPr>
        <p:blipFill>
          <a:blip r:embed="rId2"/>
          <a:stretch>
            <a:fillRect/>
          </a:stretch>
        </p:blipFill>
        <p:spPr>
          <a:xfrm>
            <a:off x="1531066" y="2191299"/>
            <a:ext cx="9129867" cy="4028526"/>
          </a:xfrm>
        </p:spPr>
      </p:pic>
    </p:spTree>
    <p:extLst>
      <p:ext uri="{BB962C8B-B14F-4D97-AF65-F5344CB8AC3E}">
        <p14:creationId xmlns:p14="http://schemas.microsoft.com/office/powerpoint/2010/main" val="5364872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braz 5">
            <a:extLst>
              <a:ext uri="{FF2B5EF4-FFF2-40B4-BE49-F238E27FC236}">
                <a16:creationId xmlns:a16="http://schemas.microsoft.com/office/drawing/2014/main" id="{7D1579E7-6A65-D934-D9C1-570CC455ECD2}"/>
              </a:ext>
            </a:extLst>
          </p:cNvPr>
          <p:cNvPicPr>
            <a:picLocks noChangeAspect="1"/>
          </p:cNvPicPr>
          <p:nvPr/>
        </p:nvPicPr>
        <p:blipFill>
          <a:blip r:embed="rId2"/>
          <a:stretch>
            <a:fillRect/>
          </a:stretch>
        </p:blipFill>
        <p:spPr>
          <a:xfrm>
            <a:off x="1493009" y="891656"/>
            <a:ext cx="4862582" cy="2388638"/>
          </a:xfrm>
          <a:prstGeom prst="rect">
            <a:avLst/>
          </a:prstGeom>
        </p:spPr>
      </p:pic>
      <p:pic>
        <p:nvPicPr>
          <p:cNvPr id="8" name="Obraz 7">
            <a:extLst>
              <a:ext uri="{FF2B5EF4-FFF2-40B4-BE49-F238E27FC236}">
                <a16:creationId xmlns:a16="http://schemas.microsoft.com/office/drawing/2014/main" id="{CD1E4B08-1F11-4576-CD85-7EA42F74BDE3}"/>
              </a:ext>
            </a:extLst>
          </p:cNvPr>
          <p:cNvPicPr>
            <a:picLocks noChangeAspect="1"/>
          </p:cNvPicPr>
          <p:nvPr/>
        </p:nvPicPr>
        <p:blipFill>
          <a:blip r:embed="rId3"/>
          <a:stretch>
            <a:fillRect/>
          </a:stretch>
        </p:blipFill>
        <p:spPr>
          <a:xfrm>
            <a:off x="6705599" y="889950"/>
            <a:ext cx="3657602" cy="2420630"/>
          </a:xfrm>
          <a:prstGeom prst="rect">
            <a:avLst/>
          </a:prstGeom>
        </p:spPr>
      </p:pic>
      <p:pic>
        <p:nvPicPr>
          <p:cNvPr id="12" name="Obraz 11">
            <a:extLst>
              <a:ext uri="{FF2B5EF4-FFF2-40B4-BE49-F238E27FC236}">
                <a16:creationId xmlns:a16="http://schemas.microsoft.com/office/drawing/2014/main" id="{607C0795-B0CB-DFFF-251F-D275232EA261}"/>
              </a:ext>
            </a:extLst>
          </p:cNvPr>
          <p:cNvPicPr>
            <a:picLocks noChangeAspect="1"/>
          </p:cNvPicPr>
          <p:nvPr/>
        </p:nvPicPr>
        <p:blipFill>
          <a:blip r:embed="rId4"/>
          <a:stretch>
            <a:fillRect/>
          </a:stretch>
        </p:blipFill>
        <p:spPr>
          <a:xfrm>
            <a:off x="6705599" y="3552970"/>
            <a:ext cx="4486682" cy="2415080"/>
          </a:xfrm>
          <a:prstGeom prst="rect">
            <a:avLst/>
          </a:prstGeom>
        </p:spPr>
      </p:pic>
      <p:pic>
        <p:nvPicPr>
          <p:cNvPr id="16" name="Obraz 15">
            <a:extLst>
              <a:ext uri="{FF2B5EF4-FFF2-40B4-BE49-F238E27FC236}">
                <a16:creationId xmlns:a16="http://schemas.microsoft.com/office/drawing/2014/main" id="{B8C1771C-6CA2-AB3F-DA41-D3B0C6921D38}"/>
              </a:ext>
            </a:extLst>
          </p:cNvPr>
          <p:cNvPicPr>
            <a:picLocks noChangeAspect="1"/>
          </p:cNvPicPr>
          <p:nvPr/>
        </p:nvPicPr>
        <p:blipFill>
          <a:blip r:embed="rId5"/>
          <a:stretch>
            <a:fillRect/>
          </a:stretch>
        </p:blipFill>
        <p:spPr>
          <a:xfrm>
            <a:off x="1493009" y="3653896"/>
            <a:ext cx="3831928" cy="2393614"/>
          </a:xfrm>
          <a:prstGeom prst="rect">
            <a:avLst/>
          </a:prstGeom>
        </p:spPr>
      </p:pic>
    </p:spTree>
    <p:extLst>
      <p:ext uri="{BB962C8B-B14F-4D97-AF65-F5344CB8AC3E}">
        <p14:creationId xmlns:p14="http://schemas.microsoft.com/office/powerpoint/2010/main" val="25171621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az 2">
            <a:extLst>
              <a:ext uri="{FF2B5EF4-FFF2-40B4-BE49-F238E27FC236}">
                <a16:creationId xmlns:a16="http://schemas.microsoft.com/office/drawing/2014/main" id="{96504A85-AF2D-53EB-FDC4-D3D282FF24E2}"/>
              </a:ext>
            </a:extLst>
          </p:cNvPr>
          <p:cNvPicPr>
            <a:picLocks noChangeAspect="1"/>
          </p:cNvPicPr>
          <p:nvPr/>
        </p:nvPicPr>
        <p:blipFill>
          <a:blip r:embed="rId2"/>
          <a:stretch>
            <a:fillRect/>
          </a:stretch>
        </p:blipFill>
        <p:spPr>
          <a:xfrm>
            <a:off x="1536658" y="798614"/>
            <a:ext cx="4876108" cy="2295834"/>
          </a:xfrm>
          <a:prstGeom prst="rect">
            <a:avLst/>
          </a:prstGeom>
        </p:spPr>
      </p:pic>
      <p:pic>
        <p:nvPicPr>
          <p:cNvPr id="5" name="Obraz 4">
            <a:extLst>
              <a:ext uri="{FF2B5EF4-FFF2-40B4-BE49-F238E27FC236}">
                <a16:creationId xmlns:a16="http://schemas.microsoft.com/office/drawing/2014/main" id="{CCB471BD-DC05-96AA-3FD7-80FC741CBA12}"/>
              </a:ext>
            </a:extLst>
          </p:cNvPr>
          <p:cNvPicPr>
            <a:picLocks noChangeAspect="1"/>
          </p:cNvPicPr>
          <p:nvPr/>
        </p:nvPicPr>
        <p:blipFill>
          <a:blip r:embed="rId3"/>
          <a:stretch>
            <a:fillRect/>
          </a:stretch>
        </p:blipFill>
        <p:spPr>
          <a:xfrm>
            <a:off x="7032050" y="797598"/>
            <a:ext cx="3799300" cy="2265358"/>
          </a:xfrm>
          <a:prstGeom prst="rect">
            <a:avLst/>
          </a:prstGeom>
        </p:spPr>
      </p:pic>
      <p:pic>
        <p:nvPicPr>
          <p:cNvPr id="7" name="Obraz 6">
            <a:extLst>
              <a:ext uri="{FF2B5EF4-FFF2-40B4-BE49-F238E27FC236}">
                <a16:creationId xmlns:a16="http://schemas.microsoft.com/office/drawing/2014/main" id="{6091EBB5-BEA2-F1BD-970E-9EDC695C5FB4}"/>
              </a:ext>
            </a:extLst>
          </p:cNvPr>
          <p:cNvPicPr>
            <a:picLocks noChangeAspect="1"/>
          </p:cNvPicPr>
          <p:nvPr/>
        </p:nvPicPr>
        <p:blipFill>
          <a:blip r:embed="rId4"/>
          <a:stretch>
            <a:fillRect/>
          </a:stretch>
        </p:blipFill>
        <p:spPr>
          <a:xfrm>
            <a:off x="1503672" y="3590330"/>
            <a:ext cx="3886756" cy="2325852"/>
          </a:xfrm>
          <a:prstGeom prst="rect">
            <a:avLst/>
          </a:prstGeom>
        </p:spPr>
      </p:pic>
      <p:pic>
        <p:nvPicPr>
          <p:cNvPr id="9" name="Obraz 8">
            <a:extLst>
              <a:ext uri="{FF2B5EF4-FFF2-40B4-BE49-F238E27FC236}">
                <a16:creationId xmlns:a16="http://schemas.microsoft.com/office/drawing/2014/main" id="{80CEF5CC-5531-0736-5660-2AD0ADAB08E6}"/>
              </a:ext>
            </a:extLst>
          </p:cNvPr>
          <p:cNvPicPr>
            <a:picLocks noChangeAspect="1"/>
          </p:cNvPicPr>
          <p:nvPr/>
        </p:nvPicPr>
        <p:blipFill>
          <a:blip r:embed="rId5"/>
          <a:stretch>
            <a:fillRect/>
          </a:stretch>
        </p:blipFill>
        <p:spPr>
          <a:xfrm>
            <a:off x="7057712" y="3589985"/>
            <a:ext cx="4569008" cy="2315516"/>
          </a:xfrm>
          <a:prstGeom prst="rect">
            <a:avLst/>
          </a:prstGeom>
        </p:spPr>
      </p:pic>
    </p:spTree>
    <p:extLst>
      <p:ext uri="{BB962C8B-B14F-4D97-AF65-F5344CB8AC3E}">
        <p14:creationId xmlns:p14="http://schemas.microsoft.com/office/powerpoint/2010/main" val="2709620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99985096-B515-8913-AFDB-828C797B7358}"/>
              </a:ext>
            </a:extLst>
          </p:cNvPr>
          <p:cNvSpPr>
            <a:spLocks noGrp="1"/>
          </p:cNvSpPr>
          <p:nvPr>
            <p:ph type="title"/>
          </p:nvPr>
        </p:nvSpPr>
        <p:spPr>
          <a:xfrm>
            <a:off x="640080" y="1243013"/>
            <a:ext cx="3855720" cy="4371974"/>
          </a:xfrm>
        </p:spPr>
        <p:txBody>
          <a:bodyPr>
            <a:normAutofit/>
          </a:bodyPr>
          <a:lstStyle/>
          <a:p>
            <a:r>
              <a:rPr lang="pl-PL" sz="3600">
                <a:solidFill>
                  <a:schemeClr val="tx2"/>
                </a:solidFill>
              </a:rPr>
              <a:t>Zestawienie wyników testów normalności z QQ-plotami [1]</a:t>
            </a:r>
          </a:p>
        </p:txBody>
      </p:sp>
      <p:sp>
        <p:nvSpPr>
          <p:cNvPr id="3" name="Symbol zastępczy zawartości 2">
            <a:extLst>
              <a:ext uri="{FF2B5EF4-FFF2-40B4-BE49-F238E27FC236}">
                <a16:creationId xmlns:a16="http://schemas.microsoft.com/office/drawing/2014/main" id="{237CEF0F-1634-2F96-33BA-A9FBDE72101F}"/>
              </a:ext>
            </a:extLst>
          </p:cNvPr>
          <p:cNvSpPr>
            <a:spLocks noGrp="1"/>
          </p:cNvSpPr>
          <p:nvPr>
            <p:ph idx="1"/>
          </p:nvPr>
        </p:nvSpPr>
        <p:spPr>
          <a:xfrm>
            <a:off x="6172200" y="804672"/>
            <a:ext cx="5221224" cy="5230368"/>
          </a:xfrm>
        </p:spPr>
        <p:txBody>
          <a:bodyPr anchor="ctr">
            <a:normAutofit/>
          </a:bodyPr>
          <a:lstStyle/>
          <a:p>
            <a:r>
              <a:rPr lang="pl-PL">
                <a:solidFill>
                  <a:schemeClr val="tx2"/>
                </a:solidFill>
              </a:rPr>
              <a:t>QQ-ploty jako narzędzie do wizualnych testów normalności</a:t>
            </a:r>
          </a:p>
          <a:p>
            <a:r>
              <a:rPr lang="pl-PL">
                <a:solidFill>
                  <a:schemeClr val="tx2"/>
                </a:solidFill>
              </a:rPr>
              <a:t>Na kolejnych slajdach zestawimy ze sobą QQ-ploty cech grupy badanej w scenariuszach MOST oraz TEST STROOPA. Tam uzyskaliśmy najciekawsze wyniki.</a:t>
            </a:r>
          </a:p>
          <a:p>
            <a:pPr marL="0" indent="0">
              <a:buNone/>
            </a:pPr>
            <a:endParaRPr lang="pl-PL">
              <a:solidFill>
                <a:schemeClr val="tx2"/>
              </a:solidFill>
            </a:endParaRPr>
          </a:p>
        </p:txBody>
      </p:sp>
    </p:spTree>
    <p:extLst>
      <p:ext uri="{BB962C8B-B14F-4D97-AF65-F5344CB8AC3E}">
        <p14:creationId xmlns:p14="http://schemas.microsoft.com/office/powerpoint/2010/main" val="19152122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Symbol zastępczy zawartości 8" descr="Obraz zawierający tekst, linia, diagram, Wykres&#10;&#10;Zawartość wygenerowana przez sztuczną inteligencję może być niepoprawna.">
            <a:extLst>
              <a:ext uri="{FF2B5EF4-FFF2-40B4-BE49-F238E27FC236}">
                <a16:creationId xmlns:a16="http://schemas.microsoft.com/office/drawing/2014/main" id="{17DA7510-3DB1-3261-3042-61C215F3F3B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3941" y="643466"/>
            <a:ext cx="9904118" cy="5571067"/>
          </a:xfrm>
          <a:prstGeom prst="rect">
            <a:avLst/>
          </a:prstGeom>
        </p:spPr>
      </p:pic>
    </p:spTree>
    <p:extLst>
      <p:ext uri="{BB962C8B-B14F-4D97-AF65-F5344CB8AC3E}">
        <p14:creationId xmlns:p14="http://schemas.microsoft.com/office/powerpoint/2010/main" val="24535291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Symbol zastępczy zawartości 8" descr="Obraz zawierający tekst, linia, diagram, Wykres&#10;&#10;Zawartość wygenerowana przez sztuczną inteligencję może być niepoprawna.">
            <a:extLst>
              <a:ext uri="{FF2B5EF4-FFF2-40B4-BE49-F238E27FC236}">
                <a16:creationId xmlns:a16="http://schemas.microsoft.com/office/drawing/2014/main" id="{4543D541-20BF-B589-234B-7AB7FD88092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3941" y="643466"/>
            <a:ext cx="9904118" cy="5571067"/>
          </a:xfrm>
          <a:prstGeom prst="rect">
            <a:avLst/>
          </a:prstGeom>
        </p:spPr>
      </p:pic>
    </p:spTree>
    <p:extLst>
      <p:ext uri="{BB962C8B-B14F-4D97-AF65-F5344CB8AC3E}">
        <p14:creationId xmlns:p14="http://schemas.microsoft.com/office/powerpoint/2010/main" val="18721632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Symbol zastępczy zawartości 8" descr="Obraz zawierający tekst, linia, diagram, Wykres&#10;&#10;Zawartość wygenerowana przez sztuczną inteligencję może być niepoprawna.">
            <a:extLst>
              <a:ext uri="{FF2B5EF4-FFF2-40B4-BE49-F238E27FC236}">
                <a16:creationId xmlns:a16="http://schemas.microsoft.com/office/drawing/2014/main" id="{A8B4658A-C073-F247-A0E2-645F1832F52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3941" y="643466"/>
            <a:ext cx="9904118" cy="5571067"/>
          </a:xfrm>
          <a:prstGeom prst="rect">
            <a:avLst/>
          </a:prstGeom>
        </p:spPr>
      </p:pic>
    </p:spTree>
    <p:extLst>
      <p:ext uri="{BB962C8B-B14F-4D97-AF65-F5344CB8AC3E}">
        <p14:creationId xmlns:p14="http://schemas.microsoft.com/office/powerpoint/2010/main" val="9228181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Symbol zastępczy zawartości 8" descr="Obraz zawierający tekst, linia, diagram, Czcionka&#10;&#10;Zawartość wygenerowana przez sztuczną inteligencję może być niepoprawna.">
            <a:extLst>
              <a:ext uri="{FF2B5EF4-FFF2-40B4-BE49-F238E27FC236}">
                <a16:creationId xmlns:a16="http://schemas.microsoft.com/office/drawing/2014/main" id="{49EC4157-13E4-75EC-41B2-108934AAE86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3941" y="643466"/>
            <a:ext cx="9904118" cy="5571067"/>
          </a:xfrm>
          <a:prstGeom prst="rect">
            <a:avLst/>
          </a:prstGeom>
        </p:spPr>
      </p:pic>
    </p:spTree>
    <p:extLst>
      <p:ext uri="{BB962C8B-B14F-4D97-AF65-F5344CB8AC3E}">
        <p14:creationId xmlns:p14="http://schemas.microsoft.com/office/powerpoint/2010/main" val="7084985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Symbol zastępczy zawartości 8" descr="Obraz zawierający diagram, linia, Wykres, tekst&#10;&#10;Zawartość wygenerowana przez sztuczną inteligencję może być niepoprawna.">
            <a:extLst>
              <a:ext uri="{FF2B5EF4-FFF2-40B4-BE49-F238E27FC236}">
                <a16:creationId xmlns:a16="http://schemas.microsoft.com/office/drawing/2014/main" id="{0125FBF8-3E2F-9E95-63A7-7281A038E57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3941" y="643466"/>
            <a:ext cx="9904118" cy="5571067"/>
          </a:xfrm>
          <a:prstGeom prst="rect">
            <a:avLst/>
          </a:prstGeom>
        </p:spPr>
      </p:pic>
    </p:spTree>
    <p:extLst>
      <p:ext uri="{BB962C8B-B14F-4D97-AF65-F5344CB8AC3E}">
        <p14:creationId xmlns:p14="http://schemas.microsoft.com/office/powerpoint/2010/main" val="37461183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Symbol zastępczy zawartości 4" descr="Obraz zawierający diagram, linia, tekst, mapa&#10;&#10;Zawartość wygenerowana przez sztuczną inteligencję może być niepoprawna.">
            <a:extLst>
              <a:ext uri="{FF2B5EF4-FFF2-40B4-BE49-F238E27FC236}">
                <a16:creationId xmlns:a16="http://schemas.microsoft.com/office/drawing/2014/main" id="{D608D67D-CA96-B498-91BC-22230E84CF2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3941" y="643466"/>
            <a:ext cx="9904118" cy="5571067"/>
          </a:xfrm>
          <a:prstGeom prst="rect">
            <a:avLst/>
          </a:prstGeom>
        </p:spPr>
      </p:pic>
    </p:spTree>
    <p:extLst>
      <p:ext uri="{BB962C8B-B14F-4D97-AF65-F5344CB8AC3E}">
        <p14:creationId xmlns:p14="http://schemas.microsoft.com/office/powerpoint/2010/main" val="29197666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Symbol zastępczy zawartości 4" descr="Obraz zawierający diagram, tekst, linia, Wykres&#10;&#10;Zawartość wygenerowana przez sztuczną inteligencję może być niepoprawna.">
            <a:extLst>
              <a:ext uri="{FF2B5EF4-FFF2-40B4-BE49-F238E27FC236}">
                <a16:creationId xmlns:a16="http://schemas.microsoft.com/office/drawing/2014/main" id="{490423F8-75D6-95A6-22DF-102C4E05570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3941" y="643466"/>
            <a:ext cx="9904118" cy="5571067"/>
          </a:xfrm>
          <a:prstGeom prst="rect">
            <a:avLst/>
          </a:prstGeom>
        </p:spPr>
      </p:pic>
    </p:spTree>
    <p:extLst>
      <p:ext uri="{BB962C8B-B14F-4D97-AF65-F5344CB8AC3E}">
        <p14:creationId xmlns:p14="http://schemas.microsoft.com/office/powerpoint/2010/main" val="28872296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Symbol zastępczy zawartości 4" descr="Obraz zawierający tekst, diagram, linia, Wykres&#10;&#10;Zawartość wygenerowana przez sztuczną inteligencję może być niepoprawna.">
            <a:extLst>
              <a:ext uri="{FF2B5EF4-FFF2-40B4-BE49-F238E27FC236}">
                <a16:creationId xmlns:a16="http://schemas.microsoft.com/office/drawing/2014/main" id="{1E023D26-F381-25C4-857B-107FB11D8CD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3941" y="643466"/>
            <a:ext cx="9904118" cy="5571067"/>
          </a:xfrm>
          <a:prstGeom prst="rect">
            <a:avLst/>
          </a:prstGeom>
        </p:spPr>
      </p:pic>
    </p:spTree>
    <p:extLst>
      <p:ext uri="{BB962C8B-B14F-4D97-AF65-F5344CB8AC3E}">
        <p14:creationId xmlns:p14="http://schemas.microsoft.com/office/powerpoint/2010/main" val="28234725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9693AC90-D200-BE70-5AB7-D38C1C8706C3}"/>
              </a:ext>
            </a:extLst>
          </p:cNvPr>
          <p:cNvSpPr>
            <a:spLocks noGrp="1"/>
          </p:cNvSpPr>
          <p:nvPr>
            <p:ph type="title"/>
          </p:nvPr>
        </p:nvSpPr>
        <p:spPr>
          <a:xfrm>
            <a:off x="640080" y="1243013"/>
            <a:ext cx="3855720" cy="4371974"/>
          </a:xfrm>
        </p:spPr>
        <p:txBody>
          <a:bodyPr>
            <a:normAutofit/>
          </a:bodyPr>
          <a:lstStyle/>
          <a:p>
            <a:r>
              <a:rPr lang="pl-PL" sz="3600">
                <a:solidFill>
                  <a:schemeClr val="tx2"/>
                </a:solidFill>
              </a:rPr>
              <a:t>Co z testem homogeniczności wariancji?</a:t>
            </a:r>
          </a:p>
        </p:txBody>
      </p:sp>
      <p:sp>
        <p:nvSpPr>
          <p:cNvPr id="3" name="Symbol zastępczy zawartości 2">
            <a:extLst>
              <a:ext uri="{FF2B5EF4-FFF2-40B4-BE49-F238E27FC236}">
                <a16:creationId xmlns:a16="http://schemas.microsoft.com/office/drawing/2014/main" id="{A98F20F2-6150-8C7F-1909-E24DAC363EAF}"/>
              </a:ext>
            </a:extLst>
          </p:cNvPr>
          <p:cNvSpPr>
            <a:spLocks noGrp="1"/>
          </p:cNvSpPr>
          <p:nvPr>
            <p:ph idx="1"/>
          </p:nvPr>
        </p:nvSpPr>
        <p:spPr>
          <a:xfrm>
            <a:off x="5805111" y="804672"/>
            <a:ext cx="6129714" cy="5230368"/>
          </a:xfrm>
        </p:spPr>
        <p:txBody>
          <a:bodyPr anchor="ctr">
            <a:normAutofit/>
          </a:bodyPr>
          <a:lstStyle/>
          <a:p>
            <a:r>
              <a:rPr lang="pl-PL" sz="2400">
                <a:solidFill>
                  <a:schemeClr val="tx2"/>
                </a:solidFill>
              </a:rPr>
              <a:t>Równość wariancji jest niezbędnym założeniem do weryfikacji przed testami parametrycznymi</a:t>
            </a:r>
          </a:p>
          <a:p>
            <a:r>
              <a:rPr lang="pl-PL" sz="2400">
                <a:solidFill>
                  <a:schemeClr val="tx2"/>
                </a:solidFill>
              </a:rPr>
              <a:t>Z powodu niejednoznacznych wyników otrzymanych z testów normalności wstrzymaliśmy się z przeprowadzeniem testów wariancji.</a:t>
            </a:r>
          </a:p>
          <a:p>
            <a:r>
              <a:rPr lang="pl-PL" sz="2400">
                <a:solidFill>
                  <a:schemeClr val="tx2"/>
                </a:solidFill>
              </a:rPr>
              <a:t>W takiej sytuacji jako test istotności wybieramy test nieparametryczny.</a:t>
            </a:r>
          </a:p>
          <a:p>
            <a:endParaRPr lang="pl-PL" sz="2400">
              <a:solidFill>
                <a:schemeClr val="tx2"/>
              </a:solidFill>
            </a:endParaRPr>
          </a:p>
          <a:p>
            <a:endParaRPr lang="pl-PL" sz="1800">
              <a:solidFill>
                <a:schemeClr val="tx2"/>
              </a:solidFill>
            </a:endParaRPr>
          </a:p>
        </p:txBody>
      </p:sp>
    </p:spTree>
    <p:extLst>
      <p:ext uri="{BB962C8B-B14F-4D97-AF65-F5344CB8AC3E}">
        <p14:creationId xmlns:p14="http://schemas.microsoft.com/office/powerpoint/2010/main" val="39903192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81ABF73-44D6-6D7B-5FD4-C9E684805047}"/>
              </a:ext>
            </a:extLst>
          </p:cNvPr>
          <p:cNvSpPr>
            <a:spLocks noGrp="1"/>
          </p:cNvSpPr>
          <p:nvPr>
            <p:ph type="title"/>
          </p:nvPr>
        </p:nvSpPr>
        <p:spPr/>
        <p:txBody>
          <a:bodyPr/>
          <a:lstStyle/>
          <a:p>
            <a:r>
              <a:rPr lang="pl-PL"/>
              <a:t>Jaki test istotności wybrać?</a:t>
            </a:r>
          </a:p>
        </p:txBody>
      </p:sp>
      <p:sp>
        <p:nvSpPr>
          <p:cNvPr id="3" name="Symbol zastępczy zawartości 2">
            <a:extLst>
              <a:ext uri="{FF2B5EF4-FFF2-40B4-BE49-F238E27FC236}">
                <a16:creationId xmlns:a16="http://schemas.microsoft.com/office/drawing/2014/main" id="{5744DDDE-7D27-2F06-B69A-01A4BEFBD990}"/>
              </a:ext>
            </a:extLst>
          </p:cNvPr>
          <p:cNvSpPr>
            <a:spLocks noGrp="1"/>
          </p:cNvSpPr>
          <p:nvPr>
            <p:ph idx="1"/>
          </p:nvPr>
        </p:nvSpPr>
        <p:spPr/>
        <p:txBody>
          <a:bodyPr vert="horz" lIns="91440" tIns="45720" rIns="91440" bIns="45720" rtlCol="0" anchor="t">
            <a:normAutofit/>
          </a:bodyPr>
          <a:lstStyle/>
          <a:p>
            <a:r>
              <a:rPr lang="pl-PL"/>
              <a:t>Przypomnienie doboru testu istotności z poprzednich zajęć:</a:t>
            </a:r>
          </a:p>
          <a:p>
            <a:pPr marL="0" indent="0">
              <a:buNone/>
            </a:pPr>
            <a:endParaRPr lang="pl-PL"/>
          </a:p>
          <a:p>
            <a:pPr marL="0" indent="0">
              <a:buNone/>
            </a:pPr>
            <a:endParaRPr lang="pl-PL"/>
          </a:p>
          <a:p>
            <a:pPr marL="0" indent="0">
              <a:buNone/>
            </a:pPr>
            <a:endParaRPr lang="pl-PL"/>
          </a:p>
          <a:p>
            <a:pPr marL="0" indent="0">
              <a:buNone/>
            </a:pPr>
            <a:endParaRPr lang="pl-PL"/>
          </a:p>
          <a:p>
            <a:pPr marL="0" indent="0">
              <a:buNone/>
            </a:pPr>
            <a:endParaRPr lang="pl-PL"/>
          </a:p>
          <a:p>
            <a:pPr marL="0" indent="0">
              <a:buNone/>
            </a:pPr>
            <a:r>
              <a:rPr lang="pl-PL" sz="1800">
                <a:ln w="0"/>
                <a:solidFill>
                  <a:schemeClr val="accent1"/>
                </a:solidFill>
                <a:effectLst>
                  <a:outerShdw blurRad="38100" dist="25400" dir="5400000" algn="ctr" rotWithShape="0">
                    <a:srgbClr val="6E747A">
                      <a:alpha val="43000"/>
                    </a:srgbClr>
                  </a:outerShdw>
                </a:effectLst>
              </a:rPr>
              <a:t>* dla rozkładu, który nie jest normalny nie ma sensu sprawdzanie równości wariancji, przechodzimy od razu do testu nieparametrycznego</a:t>
            </a:r>
          </a:p>
          <a:p>
            <a:endParaRPr lang="pl-PL"/>
          </a:p>
        </p:txBody>
      </p:sp>
      <p:graphicFrame>
        <p:nvGraphicFramePr>
          <p:cNvPr id="4" name="Tabela 3">
            <a:extLst>
              <a:ext uri="{FF2B5EF4-FFF2-40B4-BE49-F238E27FC236}">
                <a16:creationId xmlns:a16="http://schemas.microsoft.com/office/drawing/2014/main" id="{64D55886-2813-25E4-8EF6-A842CDBD7705}"/>
              </a:ext>
            </a:extLst>
          </p:cNvPr>
          <p:cNvGraphicFramePr>
            <a:graphicFrameLocks noGrp="1"/>
          </p:cNvGraphicFramePr>
          <p:nvPr>
            <p:extLst>
              <p:ext uri="{D42A27DB-BD31-4B8C-83A1-F6EECF244321}">
                <p14:modId xmlns:p14="http://schemas.microsoft.com/office/powerpoint/2010/main" val="1160978682"/>
              </p:ext>
            </p:extLst>
          </p:nvPr>
        </p:nvGraphicFramePr>
        <p:xfrm>
          <a:off x="2011680" y="2487986"/>
          <a:ext cx="8168640" cy="2291079"/>
        </p:xfrm>
        <a:graphic>
          <a:graphicData uri="http://schemas.openxmlformats.org/drawingml/2006/table">
            <a:tbl>
              <a:tblPr firstRow="1" bandRow="1">
                <a:tableStyleId>{5C22544A-7EE6-4342-B048-85BDC9FD1C3A}</a:tableStyleId>
              </a:tblPr>
              <a:tblGrid>
                <a:gridCol w="2042160">
                  <a:extLst>
                    <a:ext uri="{9D8B030D-6E8A-4147-A177-3AD203B41FA5}">
                      <a16:colId xmlns:a16="http://schemas.microsoft.com/office/drawing/2014/main" val="829729780"/>
                    </a:ext>
                  </a:extLst>
                </a:gridCol>
                <a:gridCol w="2042160">
                  <a:extLst>
                    <a:ext uri="{9D8B030D-6E8A-4147-A177-3AD203B41FA5}">
                      <a16:colId xmlns:a16="http://schemas.microsoft.com/office/drawing/2014/main" val="3506552347"/>
                    </a:ext>
                  </a:extLst>
                </a:gridCol>
                <a:gridCol w="2042160">
                  <a:extLst>
                    <a:ext uri="{9D8B030D-6E8A-4147-A177-3AD203B41FA5}">
                      <a16:colId xmlns:a16="http://schemas.microsoft.com/office/drawing/2014/main" val="3860757797"/>
                    </a:ext>
                  </a:extLst>
                </a:gridCol>
                <a:gridCol w="2042160">
                  <a:extLst>
                    <a:ext uri="{9D8B030D-6E8A-4147-A177-3AD203B41FA5}">
                      <a16:colId xmlns:a16="http://schemas.microsoft.com/office/drawing/2014/main" val="3810054006"/>
                    </a:ext>
                  </a:extLst>
                </a:gridCol>
              </a:tblGrid>
              <a:tr h="370840">
                <a:tc>
                  <a:txBody>
                    <a:bodyPr/>
                    <a:lstStyle/>
                    <a:p>
                      <a:pPr algn="ctr"/>
                      <a:r>
                        <a:rPr lang="pl-PL"/>
                        <a:t>Rodzaj prób</a:t>
                      </a:r>
                    </a:p>
                  </a:txBody>
                  <a:tcPr/>
                </a:tc>
                <a:tc>
                  <a:txBody>
                    <a:bodyPr/>
                    <a:lstStyle/>
                    <a:p>
                      <a:pPr algn="ctr"/>
                      <a:r>
                        <a:rPr lang="pl-PL"/>
                        <a:t>Rozkład normalny</a:t>
                      </a:r>
                    </a:p>
                  </a:txBody>
                  <a:tcPr/>
                </a:tc>
                <a:tc>
                  <a:txBody>
                    <a:bodyPr/>
                    <a:lstStyle/>
                    <a:p>
                      <a:pPr algn="ctr"/>
                      <a:r>
                        <a:rPr lang="pl-PL"/>
                        <a:t>Wariancje homogeniczne?</a:t>
                      </a:r>
                    </a:p>
                  </a:txBody>
                  <a:tcPr/>
                </a:tc>
                <a:tc>
                  <a:txBody>
                    <a:bodyPr/>
                    <a:lstStyle/>
                    <a:p>
                      <a:pPr algn="ctr"/>
                      <a:r>
                        <a:rPr lang="pl-PL"/>
                        <a:t>Test istotności</a:t>
                      </a:r>
                    </a:p>
                  </a:txBody>
                  <a:tcPr/>
                </a:tc>
                <a:extLst>
                  <a:ext uri="{0D108BD9-81ED-4DB2-BD59-A6C34878D82A}">
                    <a16:rowId xmlns:a16="http://schemas.microsoft.com/office/drawing/2014/main" val="2167728311"/>
                  </a:ext>
                </a:extLst>
              </a:tr>
              <a:tr h="370840">
                <a:tc>
                  <a:txBody>
                    <a:bodyPr/>
                    <a:lstStyle/>
                    <a:p>
                      <a:pPr algn="ctr"/>
                      <a:r>
                        <a:rPr lang="pl-PL"/>
                        <a:t>niezależne</a:t>
                      </a:r>
                    </a:p>
                  </a:txBody>
                  <a:tcPr/>
                </a:tc>
                <a:tc>
                  <a:txBody>
                    <a:bodyPr/>
                    <a:lstStyle/>
                    <a:p>
                      <a:pPr algn="ctr"/>
                      <a:r>
                        <a:rPr lang="pl-PL"/>
                        <a:t>+</a:t>
                      </a:r>
                    </a:p>
                  </a:txBody>
                  <a:tcPr/>
                </a:tc>
                <a:tc>
                  <a:txBody>
                    <a:bodyPr/>
                    <a:lstStyle/>
                    <a:p>
                      <a:pPr algn="ctr"/>
                      <a:r>
                        <a:rPr lang="pl-PL"/>
                        <a:t>+</a:t>
                      </a:r>
                    </a:p>
                  </a:txBody>
                  <a:tcPr/>
                </a:tc>
                <a:tc>
                  <a:txBody>
                    <a:bodyPr/>
                    <a:lstStyle/>
                    <a:p>
                      <a:pPr lvl="0" algn="ctr">
                        <a:buNone/>
                      </a:pPr>
                      <a:r>
                        <a:rPr lang="pl-PL" sz="1800" b="0" i="0" u="none" strike="noStrike" noProof="0">
                          <a:latin typeface="Aptos"/>
                        </a:rPr>
                        <a:t>t-test dla prób niezależnych</a:t>
                      </a:r>
                      <a:endParaRPr lang="pl-PL"/>
                    </a:p>
                  </a:txBody>
                  <a:tcPr/>
                </a:tc>
                <a:extLst>
                  <a:ext uri="{0D108BD9-81ED-4DB2-BD59-A6C34878D82A}">
                    <a16:rowId xmlns:a16="http://schemas.microsoft.com/office/drawing/2014/main" val="4097648250"/>
                  </a:ext>
                </a:extLst>
              </a:tr>
              <a:tr h="370839">
                <a:tc>
                  <a:txBody>
                    <a:bodyPr/>
                    <a:lstStyle/>
                    <a:p>
                      <a:pPr lvl="0" algn="ctr">
                        <a:buNone/>
                      </a:pPr>
                      <a:r>
                        <a:rPr lang="pl-PL"/>
                        <a:t>niezależne</a:t>
                      </a:r>
                    </a:p>
                  </a:txBody>
                  <a:tcPr/>
                </a:tc>
                <a:tc>
                  <a:txBody>
                    <a:bodyPr/>
                    <a:lstStyle/>
                    <a:p>
                      <a:pPr lvl="0" algn="ctr">
                        <a:buNone/>
                      </a:pPr>
                      <a:r>
                        <a:rPr lang="pl-PL"/>
                        <a:t>+</a:t>
                      </a:r>
                    </a:p>
                  </a:txBody>
                  <a:tcPr/>
                </a:tc>
                <a:tc>
                  <a:txBody>
                    <a:bodyPr/>
                    <a:lstStyle/>
                    <a:p>
                      <a:pPr lvl="0" algn="ctr">
                        <a:buNone/>
                      </a:pPr>
                      <a:r>
                        <a:rPr lang="pl-PL"/>
                        <a:t>-</a:t>
                      </a:r>
                    </a:p>
                  </a:txBody>
                  <a:tcPr/>
                </a:tc>
                <a:tc>
                  <a:txBody>
                    <a:bodyPr/>
                    <a:lstStyle/>
                    <a:p>
                      <a:pPr lvl="0" algn="ctr">
                        <a:buNone/>
                      </a:pPr>
                      <a:r>
                        <a:rPr lang="pl-PL" sz="1800" b="0" i="0" u="none" strike="noStrike" noProof="0">
                          <a:latin typeface="Aptos"/>
                        </a:rPr>
                        <a:t>t-test Welch’a</a:t>
                      </a:r>
                      <a:endParaRPr lang="pl-PL" err="1"/>
                    </a:p>
                  </a:txBody>
                  <a:tcPr/>
                </a:tc>
                <a:extLst>
                  <a:ext uri="{0D108BD9-81ED-4DB2-BD59-A6C34878D82A}">
                    <a16:rowId xmlns:a16="http://schemas.microsoft.com/office/drawing/2014/main" val="972488150"/>
                  </a:ext>
                </a:extLst>
              </a:tr>
              <a:tr h="370840">
                <a:tc>
                  <a:txBody>
                    <a:bodyPr/>
                    <a:lstStyle/>
                    <a:p>
                      <a:pPr algn="ctr"/>
                      <a:r>
                        <a:rPr lang="pl-PL" b="1" cap="none" spc="0">
                          <a:ln/>
                          <a:solidFill>
                            <a:schemeClr val="accent4"/>
                          </a:solidFill>
                          <a:effectLst/>
                        </a:rPr>
                        <a:t>niezależne</a:t>
                      </a:r>
                    </a:p>
                  </a:txBody>
                  <a:tcPr/>
                </a:tc>
                <a:tc>
                  <a:txBody>
                    <a:bodyPr/>
                    <a:lstStyle/>
                    <a:p>
                      <a:pPr algn="ctr"/>
                      <a:r>
                        <a:rPr lang="pl-PL" b="1" cap="none" spc="0">
                          <a:ln/>
                          <a:solidFill>
                            <a:schemeClr val="accent4"/>
                          </a:solidFill>
                          <a:effectLst/>
                        </a:rPr>
                        <a:t>-</a:t>
                      </a:r>
                    </a:p>
                  </a:txBody>
                  <a:tcPr/>
                </a:tc>
                <a:tc>
                  <a:txBody>
                    <a:bodyPr/>
                    <a:lstStyle/>
                    <a:p>
                      <a:pPr algn="ctr"/>
                      <a:r>
                        <a:rPr lang="pl-PL" b="1" cap="none" spc="0">
                          <a:ln/>
                          <a:solidFill>
                            <a:schemeClr val="accent4"/>
                          </a:solidFill>
                          <a:effectLst/>
                        </a:rPr>
                        <a:t>*</a:t>
                      </a:r>
                    </a:p>
                  </a:txBody>
                  <a:tcPr/>
                </a:tc>
                <a:tc>
                  <a:txBody>
                    <a:bodyPr/>
                    <a:lstStyle/>
                    <a:p>
                      <a:pPr lvl="0" algn="ctr">
                        <a:buNone/>
                      </a:pPr>
                      <a:r>
                        <a:rPr lang="pl-PL" sz="1800" b="1" i="0" u="none" strike="noStrike" cap="none" spc="0" noProof="0">
                          <a:ln/>
                          <a:solidFill>
                            <a:schemeClr val="accent4"/>
                          </a:solidFill>
                          <a:effectLst/>
                          <a:latin typeface="Aptos"/>
                        </a:rPr>
                        <a:t>test U </a:t>
                      </a:r>
                      <a:r>
                        <a:rPr lang="pl-PL" sz="1800" b="1" i="0" u="none" strike="noStrike" cap="none" spc="0" noProof="0" err="1">
                          <a:ln/>
                          <a:solidFill>
                            <a:schemeClr val="accent4"/>
                          </a:solidFill>
                          <a:effectLst/>
                          <a:latin typeface="Aptos"/>
                        </a:rPr>
                        <a:t>Manna-Whitneya</a:t>
                      </a:r>
                      <a:endParaRPr lang="pl-PL" b="1" cap="none" spc="0">
                        <a:ln/>
                        <a:solidFill>
                          <a:schemeClr val="accent4"/>
                        </a:solidFill>
                        <a:effectLst/>
                      </a:endParaRPr>
                    </a:p>
                  </a:txBody>
                  <a:tcPr/>
                </a:tc>
                <a:extLst>
                  <a:ext uri="{0D108BD9-81ED-4DB2-BD59-A6C34878D82A}">
                    <a16:rowId xmlns:a16="http://schemas.microsoft.com/office/drawing/2014/main" val="674172163"/>
                  </a:ext>
                </a:extLst>
              </a:tr>
            </a:tbl>
          </a:graphicData>
        </a:graphic>
      </p:graphicFrame>
    </p:spTree>
    <p:extLst>
      <p:ext uri="{BB962C8B-B14F-4D97-AF65-F5344CB8AC3E}">
        <p14:creationId xmlns:p14="http://schemas.microsoft.com/office/powerpoint/2010/main" val="33484264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37FB8ACE-D705-85FB-5B83-C1318A056E59}"/>
              </a:ext>
            </a:extLst>
          </p:cNvPr>
          <p:cNvSpPr>
            <a:spLocks noGrp="1"/>
          </p:cNvSpPr>
          <p:nvPr>
            <p:ph type="title"/>
          </p:nvPr>
        </p:nvSpPr>
        <p:spPr>
          <a:xfrm>
            <a:off x="440055" y="1243013"/>
            <a:ext cx="3855720" cy="4371974"/>
          </a:xfrm>
        </p:spPr>
        <p:txBody>
          <a:bodyPr>
            <a:normAutofit/>
          </a:bodyPr>
          <a:lstStyle/>
          <a:p>
            <a:r>
              <a:rPr lang="pl-PL" sz="3600">
                <a:solidFill>
                  <a:schemeClr val="tx2"/>
                </a:solidFill>
              </a:rPr>
              <a:t>Nieparametryczny test </a:t>
            </a:r>
            <a:r>
              <a:rPr lang="pl-PL" sz="3600" err="1">
                <a:solidFill>
                  <a:schemeClr val="tx2"/>
                </a:solidFill>
              </a:rPr>
              <a:t>Manna-Whitneya</a:t>
            </a:r>
            <a:r>
              <a:rPr lang="pl-PL" sz="3600">
                <a:solidFill>
                  <a:schemeClr val="tx2"/>
                </a:solidFill>
              </a:rPr>
              <a:t> (test rang </a:t>
            </a:r>
            <a:r>
              <a:rPr lang="pl-PL" sz="3600" err="1">
                <a:solidFill>
                  <a:schemeClr val="tx2"/>
                </a:solidFill>
              </a:rPr>
              <a:t>Wilcoxona</a:t>
            </a:r>
            <a:r>
              <a:rPr lang="pl-PL" sz="3600">
                <a:solidFill>
                  <a:schemeClr val="tx2"/>
                </a:solidFill>
              </a:rPr>
              <a:t>) [2], [3]</a:t>
            </a:r>
          </a:p>
        </p:txBody>
      </p:sp>
      <p:sp>
        <p:nvSpPr>
          <p:cNvPr id="3" name="Symbol zastępczy zawartości 2">
            <a:extLst>
              <a:ext uri="{FF2B5EF4-FFF2-40B4-BE49-F238E27FC236}">
                <a16:creationId xmlns:a16="http://schemas.microsoft.com/office/drawing/2014/main" id="{F63568F6-63A2-9B2F-01C7-6B1E2CBC5889}"/>
              </a:ext>
            </a:extLst>
          </p:cNvPr>
          <p:cNvSpPr>
            <a:spLocks noGrp="1"/>
          </p:cNvSpPr>
          <p:nvPr>
            <p:ph idx="1"/>
          </p:nvPr>
        </p:nvSpPr>
        <p:spPr>
          <a:xfrm>
            <a:off x="5833725" y="804672"/>
            <a:ext cx="6082050" cy="5230368"/>
          </a:xfrm>
        </p:spPr>
        <p:txBody>
          <a:bodyPr anchor="ctr">
            <a:normAutofit/>
          </a:bodyPr>
          <a:lstStyle/>
          <a:p>
            <a:r>
              <a:rPr lang="pl-PL" sz="2400" dirty="0">
                <a:solidFill>
                  <a:schemeClr val="tx2"/>
                </a:solidFill>
              </a:rPr>
              <a:t>Test porównujący rozkłady dwóch grup niezależnych.</a:t>
            </a:r>
          </a:p>
          <a:p>
            <a:r>
              <a:rPr lang="pl-PL" sz="2400" b="1" dirty="0">
                <a:solidFill>
                  <a:schemeClr val="tx2"/>
                </a:solidFill>
              </a:rPr>
              <a:t>Hipoteza zerowa (H₀)</a:t>
            </a:r>
            <a:r>
              <a:rPr lang="pl-PL" sz="2400" dirty="0">
                <a:solidFill>
                  <a:schemeClr val="tx2"/>
                </a:solidFill>
              </a:rPr>
              <a:t>:</a:t>
            </a:r>
          </a:p>
          <a:p>
            <a:pPr marL="0" indent="0">
              <a:buNone/>
            </a:pPr>
            <a:r>
              <a:rPr lang="pl-PL" sz="2400" dirty="0">
                <a:solidFill>
                  <a:schemeClr val="tx2"/>
                </a:solidFill>
              </a:rPr>
              <a:t>	Rozkłady obu grup są </a:t>
            </a:r>
            <a:r>
              <a:rPr lang="pl-PL" sz="2400" b="1" dirty="0">
                <a:solidFill>
                  <a:schemeClr val="tx2"/>
                </a:solidFill>
              </a:rPr>
              <a:t>identyczne.</a:t>
            </a:r>
          </a:p>
          <a:p>
            <a:r>
              <a:rPr lang="pl-PL" sz="2400" b="1" dirty="0">
                <a:solidFill>
                  <a:schemeClr val="tx2"/>
                </a:solidFill>
              </a:rPr>
              <a:t>Hipoteza alternatywna (H₁) </a:t>
            </a:r>
            <a:r>
              <a:rPr lang="pl-PL" sz="2400" dirty="0">
                <a:solidFill>
                  <a:schemeClr val="tx2"/>
                </a:solidFill>
              </a:rPr>
              <a:t>w teście dwustronnym</a:t>
            </a:r>
            <a:r>
              <a:rPr lang="pl-PL" sz="2400" b="1" dirty="0">
                <a:solidFill>
                  <a:schemeClr val="tx2"/>
                </a:solidFill>
              </a:rPr>
              <a:t>:</a:t>
            </a:r>
            <a:br>
              <a:rPr lang="pl-PL" sz="2400" dirty="0">
                <a:solidFill>
                  <a:schemeClr val="tx2"/>
                </a:solidFill>
              </a:rPr>
            </a:br>
            <a:r>
              <a:rPr lang="pl-PL" sz="2400" dirty="0">
                <a:solidFill>
                  <a:schemeClr val="tx2"/>
                </a:solidFill>
              </a:rPr>
              <a:t>	Rozkłady </a:t>
            </a:r>
            <a:r>
              <a:rPr lang="pl-PL" sz="2400" b="1" dirty="0">
                <a:solidFill>
                  <a:schemeClr val="tx2"/>
                </a:solidFill>
              </a:rPr>
              <a:t>różnią się</a:t>
            </a:r>
            <a:r>
              <a:rPr lang="pl-PL" sz="2400" dirty="0">
                <a:solidFill>
                  <a:schemeClr val="tx2"/>
                </a:solidFill>
              </a:rPr>
              <a:t> – nie wiadomo w którą stronę.</a:t>
            </a:r>
          </a:p>
          <a:p>
            <a:pPr marL="0" indent="0">
              <a:buNone/>
            </a:pPr>
            <a:endParaRPr lang="pl-PL" sz="2400" dirty="0">
              <a:solidFill>
                <a:schemeClr val="tx2"/>
              </a:solidFill>
            </a:endParaRPr>
          </a:p>
          <a:p>
            <a:r>
              <a:rPr lang="pl-PL" sz="2400" dirty="0">
                <a:solidFill>
                  <a:schemeClr val="tx2"/>
                </a:solidFill>
              </a:rPr>
              <a:t>Test U Manna–</a:t>
            </a:r>
            <a:r>
              <a:rPr lang="pl-PL" sz="2400" dirty="0" err="1">
                <a:solidFill>
                  <a:schemeClr val="tx2"/>
                </a:solidFill>
              </a:rPr>
              <a:t>Whitneya</a:t>
            </a:r>
            <a:r>
              <a:rPr lang="pl-PL" sz="2400" dirty="0">
                <a:solidFill>
                  <a:schemeClr val="tx2"/>
                </a:solidFill>
              </a:rPr>
              <a:t> będzie przydatny w dalszej części w celu weryfikacji hipotezy o wyższości jednej z grup nad drugą. </a:t>
            </a:r>
          </a:p>
        </p:txBody>
      </p:sp>
    </p:spTree>
    <p:extLst>
      <p:ext uri="{BB962C8B-B14F-4D97-AF65-F5344CB8AC3E}">
        <p14:creationId xmlns:p14="http://schemas.microsoft.com/office/powerpoint/2010/main" val="11865872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22BDE4A-8A20-4A69-9C5A-581C82036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4DD23E95-4882-8241-36C3-2B7026D9ECF1}"/>
              </a:ext>
            </a:extLst>
          </p:cNvPr>
          <p:cNvSpPr>
            <a:spLocks noGrp="1"/>
          </p:cNvSpPr>
          <p:nvPr>
            <p:ph type="title"/>
          </p:nvPr>
        </p:nvSpPr>
        <p:spPr>
          <a:xfrm>
            <a:off x="1005008" y="289492"/>
            <a:ext cx="10178934" cy="822867"/>
          </a:xfrm>
        </p:spPr>
        <p:txBody>
          <a:bodyPr vert="horz" lIns="91440" tIns="45720" rIns="91440" bIns="45720" rtlCol="0" anchor="b">
            <a:normAutofit/>
          </a:bodyPr>
          <a:lstStyle/>
          <a:p>
            <a:pPr algn="ctr"/>
            <a:r>
              <a:rPr lang="en-US" kern="1200" err="1">
                <a:solidFill>
                  <a:schemeClr val="tx1"/>
                </a:solidFill>
                <a:latin typeface="+mj-lt"/>
                <a:ea typeface="+mj-ea"/>
                <a:cs typeface="+mj-cs"/>
              </a:rPr>
              <a:t>Wizualna</a:t>
            </a:r>
            <a:r>
              <a:rPr lang="en-US" kern="1200">
                <a:solidFill>
                  <a:schemeClr val="tx1"/>
                </a:solidFill>
                <a:latin typeface="+mj-lt"/>
                <a:ea typeface="+mj-ea"/>
                <a:cs typeface="+mj-cs"/>
              </a:rPr>
              <a:t> </a:t>
            </a:r>
            <a:r>
              <a:rPr lang="en-US" kern="1200" err="1">
                <a:solidFill>
                  <a:schemeClr val="tx1"/>
                </a:solidFill>
                <a:latin typeface="+mj-lt"/>
                <a:ea typeface="+mj-ea"/>
                <a:cs typeface="+mj-cs"/>
              </a:rPr>
              <a:t>ocena</a:t>
            </a:r>
            <a:r>
              <a:rPr lang="en-US" kern="1200">
                <a:solidFill>
                  <a:schemeClr val="tx1"/>
                </a:solidFill>
                <a:latin typeface="+mj-lt"/>
                <a:ea typeface="+mj-ea"/>
                <a:cs typeface="+mj-cs"/>
              </a:rPr>
              <a:t> „</a:t>
            </a:r>
            <a:r>
              <a:rPr lang="en-US" kern="1200" err="1">
                <a:solidFill>
                  <a:schemeClr val="tx1"/>
                </a:solidFill>
                <a:latin typeface="+mj-lt"/>
                <a:ea typeface="+mj-ea"/>
                <a:cs typeface="+mj-cs"/>
              </a:rPr>
              <a:t>wyższości</a:t>
            </a:r>
            <a:r>
              <a:rPr lang="en-US" kern="1200">
                <a:solidFill>
                  <a:schemeClr val="tx1"/>
                </a:solidFill>
                <a:latin typeface="+mj-lt"/>
                <a:ea typeface="+mj-ea"/>
                <a:cs typeface="+mj-cs"/>
              </a:rPr>
              <a:t>” </a:t>
            </a:r>
            <a:r>
              <a:rPr lang="en-US" kern="1200" err="1">
                <a:solidFill>
                  <a:schemeClr val="tx1"/>
                </a:solidFill>
                <a:latin typeface="+mj-lt"/>
                <a:ea typeface="+mj-ea"/>
                <a:cs typeface="+mj-cs"/>
              </a:rPr>
              <a:t>jednej</a:t>
            </a:r>
            <a:r>
              <a:rPr lang="en-US" kern="1200">
                <a:solidFill>
                  <a:schemeClr val="tx1"/>
                </a:solidFill>
                <a:latin typeface="+mj-lt"/>
                <a:ea typeface="+mj-ea"/>
                <a:cs typeface="+mj-cs"/>
              </a:rPr>
              <a:t> z </a:t>
            </a:r>
            <a:r>
              <a:rPr lang="en-US" kern="1200" err="1">
                <a:solidFill>
                  <a:schemeClr val="tx1"/>
                </a:solidFill>
                <a:latin typeface="+mj-lt"/>
                <a:ea typeface="+mj-ea"/>
                <a:cs typeface="+mj-cs"/>
              </a:rPr>
              <a:t>grup</a:t>
            </a:r>
            <a:endParaRPr lang="en-US" kern="1200">
              <a:solidFill>
                <a:schemeClr val="tx1"/>
              </a:solidFill>
              <a:latin typeface="+mj-lt"/>
              <a:ea typeface="+mj-ea"/>
              <a:cs typeface="+mj-cs"/>
            </a:endParaRPr>
          </a:p>
        </p:txBody>
      </p:sp>
      <p:pic>
        <p:nvPicPr>
          <p:cNvPr id="16" name="Symbol zastępczy zawartości 15" descr="Obraz zawierający tekst, diagram, zrzut ekranu, Wielobarwność">
            <a:extLst>
              <a:ext uri="{FF2B5EF4-FFF2-40B4-BE49-F238E27FC236}">
                <a16:creationId xmlns:a16="http://schemas.microsoft.com/office/drawing/2014/main" id="{14F949EE-EEF9-513C-AF2A-AF09C328F6C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64411" y="1264597"/>
            <a:ext cx="9429175" cy="5303912"/>
          </a:xfrm>
        </p:spPr>
      </p:pic>
    </p:spTree>
    <p:extLst>
      <p:ext uri="{BB962C8B-B14F-4D97-AF65-F5344CB8AC3E}">
        <p14:creationId xmlns:p14="http://schemas.microsoft.com/office/powerpoint/2010/main" val="18589866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6F959B-8217-EA88-9BFD-318C73BC1382}"/>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13EF3C9-2F3E-124B-693B-CC7E27373A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3BA68A95-936B-45C1-453A-977D93E828F1}"/>
              </a:ext>
            </a:extLst>
          </p:cNvPr>
          <p:cNvSpPr>
            <a:spLocks noGrp="1"/>
          </p:cNvSpPr>
          <p:nvPr>
            <p:ph type="title"/>
          </p:nvPr>
        </p:nvSpPr>
        <p:spPr>
          <a:xfrm>
            <a:off x="1005008" y="289492"/>
            <a:ext cx="10178934" cy="822867"/>
          </a:xfrm>
        </p:spPr>
        <p:txBody>
          <a:bodyPr vert="horz" lIns="91440" tIns="45720" rIns="91440" bIns="45720" rtlCol="0" anchor="b">
            <a:normAutofit/>
          </a:bodyPr>
          <a:lstStyle/>
          <a:p>
            <a:pPr algn="ctr"/>
            <a:r>
              <a:rPr lang="en-US" kern="1200" err="1">
                <a:solidFill>
                  <a:schemeClr val="tx1"/>
                </a:solidFill>
                <a:latin typeface="+mj-lt"/>
                <a:ea typeface="+mj-ea"/>
                <a:cs typeface="+mj-cs"/>
              </a:rPr>
              <a:t>Wizualna</a:t>
            </a:r>
            <a:r>
              <a:rPr lang="en-US" kern="1200">
                <a:solidFill>
                  <a:schemeClr val="tx1"/>
                </a:solidFill>
                <a:latin typeface="+mj-lt"/>
                <a:ea typeface="+mj-ea"/>
                <a:cs typeface="+mj-cs"/>
              </a:rPr>
              <a:t> </a:t>
            </a:r>
            <a:r>
              <a:rPr lang="en-US" kern="1200" err="1">
                <a:solidFill>
                  <a:schemeClr val="tx1"/>
                </a:solidFill>
                <a:latin typeface="+mj-lt"/>
                <a:ea typeface="+mj-ea"/>
                <a:cs typeface="+mj-cs"/>
              </a:rPr>
              <a:t>ocena</a:t>
            </a:r>
            <a:r>
              <a:rPr lang="en-US" kern="1200">
                <a:solidFill>
                  <a:schemeClr val="tx1"/>
                </a:solidFill>
                <a:latin typeface="+mj-lt"/>
                <a:ea typeface="+mj-ea"/>
                <a:cs typeface="+mj-cs"/>
              </a:rPr>
              <a:t> „</a:t>
            </a:r>
            <a:r>
              <a:rPr lang="en-US" kern="1200" err="1">
                <a:solidFill>
                  <a:schemeClr val="tx1"/>
                </a:solidFill>
                <a:latin typeface="+mj-lt"/>
                <a:ea typeface="+mj-ea"/>
                <a:cs typeface="+mj-cs"/>
              </a:rPr>
              <a:t>wyższości</a:t>
            </a:r>
            <a:r>
              <a:rPr lang="en-US" kern="1200">
                <a:solidFill>
                  <a:schemeClr val="tx1"/>
                </a:solidFill>
                <a:latin typeface="+mj-lt"/>
                <a:ea typeface="+mj-ea"/>
                <a:cs typeface="+mj-cs"/>
              </a:rPr>
              <a:t>” </a:t>
            </a:r>
            <a:r>
              <a:rPr lang="en-US" kern="1200" err="1">
                <a:solidFill>
                  <a:schemeClr val="tx1"/>
                </a:solidFill>
                <a:latin typeface="+mj-lt"/>
                <a:ea typeface="+mj-ea"/>
                <a:cs typeface="+mj-cs"/>
              </a:rPr>
              <a:t>jednej</a:t>
            </a:r>
            <a:r>
              <a:rPr lang="en-US" kern="1200">
                <a:solidFill>
                  <a:schemeClr val="tx1"/>
                </a:solidFill>
                <a:latin typeface="+mj-lt"/>
                <a:ea typeface="+mj-ea"/>
                <a:cs typeface="+mj-cs"/>
              </a:rPr>
              <a:t> z </a:t>
            </a:r>
            <a:r>
              <a:rPr lang="en-US" kern="1200" err="1">
                <a:solidFill>
                  <a:schemeClr val="tx1"/>
                </a:solidFill>
                <a:latin typeface="+mj-lt"/>
                <a:ea typeface="+mj-ea"/>
                <a:cs typeface="+mj-cs"/>
              </a:rPr>
              <a:t>grup</a:t>
            </a:r>
            <a:endParaRPr lang="en-US" kern="1200">
              <a:solidFill>
                <a:schemeClr val="tx1"/>
              </a:solidFill>
              <a:latin typeface="+mj-lt"/>
              <a:ea typeface="+mj-ea"/>
              <a:cs typeface="+mj-cs"/>
            </a:endParaRPr>
          </a:p>
        </p:txBody>
      </p:sp>
      <p:pic>
        <p:nvPicPr>
          <p:cNvPr id="8" name="Symbol zastępczy zawartości 7" descr="Obraz zawierający tekst, diagram, zrzut ekranu, Wielobarwność&#10;&#10;Zawartość wygenerowana przez sztuczną inteligencję może być niepoprawna.">
            <a:extLst>
              <a:ext uri="{FF2B5EF4-FFF2-40B4-BE49-F238E27FC236}">
                <a16:creationId xmlns:a16="http://schemas.microsoft.com/office/drawing/2014/main" id="{4518FE89-35A3-7646-075F-22879315ACC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97238" y="1232237"/>
            <a:ext cx="9486704" cy="5336272"/>
          </a:xfrm>
        </p:spPr>
      </p:pic>
    </p:spTree>
    <p:extLst>
      <p:ext uri="{BB962C8B-B14F-4D97-AF65-F5344CB8AC3E}">
        <p14:creationId xmlns:p14="http://schemas.microsoft.com/office/powerpoint/2010/main" val="28532239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7EB5611-E6E2-D69D-5426-DCDB654D6A4F}"/>
              </a:ext>
            </a:extLst>
          </p:cNvPr>
          <p:cNvSpPr>
            <a:spLocks noGrp="1"/>
          </p:cNvSpPr>
          <p:nvPr>
            <p:ph type="title"/>
          </p:nvPr>
        </p:nvSpPr>
        <p:spPr/>
        <p:txBody>
          <a:bodyPr/>
          <a:lstStyle/>
          <a:p>
            <a:r>
              <a:rPr lang="pl-PL" dirty="0"/>
              <a:t>Test </a:t>
            </a:r>
            <a:r>
              <a:rPr lang="pl-PL" dirty="0" err="1"/>
              <a:t>Manna-Whitneya</a:t>
            </a:r>
            <a:r>
              <a:rPr lang="pl-PL" dirty="0"/>
              <a:t> – cd.</a:t>
            </a:r>
          </a:p>
        </p:txBody>
      </p:sp>
      <p:pic>
        <p:nvPicPr>
          <p:cNvPr id="5" name="Symbol zastępczy zawartości 4">
            <a:extLst>
              <a:ext uri="{FF2B5EF4-FFF2-40B4-BE49-F238E27FC236}">
                <a16:creationId xmlns:a16="http://schemas.microsoft.com/office/drawing/2014/main" id="{A855F244-44B8-215F-118C-B0C72192FB8E}"/>
              </a:ext>
            </a:extLst>
          </p:cNvPr>
          <p:cNvPicPr>
            <a:picLocks noGrp="1" noChangeAspect="1"/>
          </p:cNvPicPr>
          <p:nvPr>
            <p:ph idx="1"/>
          </p:nvPr>
        </p:nvPicPr>
        <p:blipFill>
          <a:blip r:embed="rId2"/>
          <a:stretch>
            <a:fillRect/>
          </a:stretch>
        </p:blipFill>
        <p:spPr>
          <a:xfrm>
            <a:off x="838200" y="1447573"/>
            <a:ext cx="9150486" cy="5045302"/>
          </a:xfrm>
        </p:spPr>
      </p:pic>
    </p:spTree>
    <p:extLst>
      <p:ext uri="{BB962C8B-B14F-4D97-AF65-F5344CB8AC3E}">
        <p14:creationId xmlns:p14="http://schemas.microsoft.com/office/powerpoint/2010/main" val="32732572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ymbol zastępczy zawartości 4">
            <a:extLst>
              <a:ext uri="{FF2B5EF4-FFF2-40B4-BE49-F238E27FC236}">
                <a16:creationId xmlns:a16="http://schemas.microsoft.com/office/drawing/2014/main" id="{C00D58FB-687F-6D5A-A75B-79C81FE3C78B}"/>
              </a:ext>
            </a:extLst>
          </p:cNvPr>
          <p:cNvPicPr>
            <a:picLocks noGrp="1" noChangeAspect="1"/>
          </p:cNvPicPr>
          <p:nvPr>
            <p:ph idx="1"/>
          </p:nvPr>
        </p:nvPicPr>
        <p:blipFill>
          <a:blip r:embed="rId2"/>
          <a:stretch>
            <a:fillRect/>
          </a:stretch>
        </p:blipFill>
        <p:spPr>
          <a:xfrm>
            <a:off x="645131" y="591817"/>
            <a:ext cx="5851290" cy="2463701"/>
          </a:xfrm>
        </p:spPr>
      </p:pic>
      <p:pic>
        <p:nvPicPr>
          <p:cNvPr id="7" name="Obraz 6">
            <a:extLst>
              <a:ext uri="{FF2B5EF4-FFF2-40B4-BE49-F238E27FC236}">
                <a16:creationId xmlns:a16="http://schemas.microsoft.com/office/drawing/2014/main" id="{1A0376A0-1031-A74F-D6ED-7172566CEE4F}"/>
              </a:ext>
            </a:extLst>
          </p:cNvPr>
          <p:cNvPicPr>
            <a:picLocks noChangeAspect="1"/>
          </p:cNvPicPr>
          <p:nvPr/>
        </p:nvPicPr>
        <p:blipFill>
          <a:blip r:embed="rId3"/>
          <a:stretch>
            <a:fillRect/>
          </a:stretch>
        </p:blipFill>
        <p:spPr>
          <a:xfrm>
            <a:off x="645131" y="3429000"/>
            <a:ext cx="4804943" cy="2507891"/>
          </a:xfrm>
          <a:prstGeom prst="rect">
            <a:avLst/>
          </a:prstGeom>
        </p:spPr>
      </p:pic>
      <p:pic>
        <p:nvPicPr>
          <p:cNvPr id="9" name="Obraz 8">
            <a:extLst>
              <a:ext uri="{FF2B5EF4-FFF2-40B4-BE49-F238E27FC236}">
                <a16:creationId xmlns:a16="http://schemas.microsoft.com/office/drawing/2014/main" id="{59EBBC22-E0F6-9D67-57AA-6158159F2D3F}"/>
              </a:ext>
            </a:extLst>
          </p:cNvPr>
          <p:cNvPicPr>
            <a:picLocks noChangeAspect="1"/>
          </p:cNvPicPr>
          <p:nvPr/>
        </p:nvPicPr>
        <p:blipFill>
          <a:blip r:embed="rId4"/>
          <a:stretch>
            <a:fillRect/>
          </a:stretch>
        </p:blipFill>
        <p:spPr>
          <a:xfrm>
            <a:off x="6627786" y="571958"/>
            <a:ext cx="4938401" cy="2485698"/>
          </a:xfrm>
          <a:prstGeom prst="rect">
            <a:avLst/>
          </a:prstGeom>
        </p:spPr>
      </p:pic>
      <p:pic>
        <p:nvPicPr>
          <p:cNvPr id="11" name="Obraz 10">
            <a:extLst>
              <a:ext uri="{FF2B5EF4-FFF2-40B4-BE49-F238E27FC236}">
                <a16:creationId xmlns:a16="http://schemas.microsoft.com/office/drawing/2014/main" id="{3D16E1B3-13EB-234C-4305-977D85A3D95F}"/>
              </a:ext>
            </a:extLst>
          </p:cNvPr>
          <p:cNvPicPr>
            <a:picLocks noChangeAspect="1"/>
          </p:cNvPicPr>
          <p:nvPr/>
        </p:nvPicPr>
        <p:blipFill>
          <a:blip r:embed="rId5"/>
          <a:stretch>
            <a:fillRect/>
          </a:stretch>
        </p:blipFill>
        <p:spPr>
          <a:xfrm>
            <a:off x="6096000" y="3429000"/>
            <a:ext cx="5836951" cy="2485698"/>
          </a:xfrm>
          <a:prstGeom prst="rect">
            <a:avLst/>
          </a:prstGeom>
        </p:spPr>
      </p:pic>
    </p:spTree>
    <p:extLst>
      <p:ext uri="{BB962C8B-B14F-4D97-AF65-F5344CB8AC3E}">
        <p14:creationId xmlns:p14="http://schemas.microsoft.com/office/powerpoint/2010/main" val="1557323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48" name="Rectangle 36">
            <a:extLst>
              <a:ext uri="{FF2B5EF4-FFF2-40B4-BE49-F238E27FC236}">
                <a16:creationId xmlns:a16="http://schemas.microsoft.com/office/drawing/2014/main" id="{2F3856E9-4239-4EE7-A372-FDCF4882FD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38">
            <a:extLst>
              <a:ext uri="{FF2B5EF4-FFF2-40B4-BE49-F238E27FC236}">
                <a16:creationId xmlns:a16="http://schemas.microsoft.com/office/drawing/2014/main" id="{CCC9CDCF-90F8-42B0-BD0A-794C526880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30095"/>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50" name="Group 40">
            <a:extLst>
              <a:ext uri="{FF2B5EF4-FFF2-40B4-BE49-F238E27FC236}">
                <a16:creationId xmlns:a16="http://schemas.microsoft.com/office/drawing/2014/main" id="{C07D05FE-3FB8-4314-A050-9AB40814D71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1219"/>
            <a:ext cx="5646974" cy="6483075"/>
            <a:chOff x="-19221" y="0"/>
            <a:chExt cx="5646974" cy="6483075"/>
          </a:xfrm>
        </p:grpSpPr>
        <p:sp>
          <p:nvSpPr>
            <p:cNvPr id="51" name="Freeform: Shape 41">
              <a:extLst>
                <a:ext uri="{FF2B5EF4-FFF2-40B4-BE49-F238E27FC236}">
                  <a16:creationId xmlns:a16="http://schemas.microsoft.com/office/drawing/2014/main" id="{BDDC6C42-DDD5-4105-85F2-9C052563AE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Freeform: Shape 42">
              <a:extLst>
                <a:ext uri="{FF2B5EF4-FFF2-40B4-BE49-F238E27FC236}">
                  <a16:creationId xmlns:a16="http://schemas.microsoft.com/office/drawing/2014/main" id="{DFB95E12-4EF0-42F7-BCF9-AD31B4C8E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3" name="Freeform: Shape 43">
              <a:extLst>
                <a:ext uri="{FF2B5EF4-FFF2-40B4-BE49-F238E27FC236}">
                  <a16:creationId xmlns:a16="http://schemas.microsoft.com/office/drawing/2014/main" id="{2338F8B2-67A9-4086-9341-7705CAB6F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Freeform: Shape 44">
              <a:extLst>
                <a:ext uri="{FF2B5EF4-FFF2-40B4-BE49-F238E27FC236}">
                  <a16:creationId xmlns:a16="http://schemas.microsoft.com/office/drawing/2014/main" id="{E653AAAF-CCEF-494B-9366-16BB3815A6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5" name="Freeform: Shape 45">
              <a:extLst>
                <a:ext uri="{FF2B5EF4-FFF2-40B4-BE49-F238E27FC236}">
                  <a16:creationId xmlns:a16="http://schemas.microsoft.com/office/drawing/2014/main" id="{34B356D9-49C3-412F-8E03-AC9AE83716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B581E777-FA22-9347-7B6B-F2CDB0D8C866}"/>
              </a:ext>
            </a:extLst>
          </p:cNvPr>
          <p:cNvSpPr>
            <a:spLocks noGrp="1"/>
          </p:cNvSpPr>
          <p:nvPr>
            <p:ph type="title"/>
          </p:nvPr>
        </p:nvSpPr>
        <p:spPr>
          <a:xfrm>
            <a:off x="804672" y="2023236"/>
            <a:ext cx="3659777" cy="2820908"/>
          </a:xfrm>
        </p:spPr>
        <p:txBody>
          <a:bodyPr>
            <a:normAutofit/>
          </a:bodyPr>
          <a:lstStyle/>
          <a:p>
            <a:r>
              <a:rPr lang="pl-PL" sz="3700">
                <a:solidFill>
                  <a:schemeClr val="tx2"/>
                </a:solidFill>
              </a:rPr>
              <a:t>Wnioski wynikające z testu dwustronnego dla grupy badanej oraz kontrolnej </a:t>
            </a:r>
          </a:p>
        </p:txBody>
      </p:sp>
      <p:graphicFrame>
        <p:nvGraphicFramePr>
          <p:cNvPr id="19" name="Symbol zastępczy zawartości 2">
            <a:extLst>
              <a:ext uri="{FF2B5EF4-FFF2-40B4-BE49-F238E27FC236}">
                <a16:creationId xmlns:a16="http://schemas.microsoft.com/office/drawing/2014/main" id="{68EE7127-FAD7-6586-3399-C01E908A5180}"/>
              </a:ext>
            </a:extLst>
          </p:cNvPr>
          <p:cNvGraphicFramePr>
            <a:graphicFrameLocks noGrp="1"/>
          </p:cNvGraphicFramePr>
          <p:nvPr>
            <p:ph idx="1"/>
            <p:extLst>
              <p:ext uri="{D42A27DB-BD31-4B8C-83A1-F6EECF244321}">
                <p14:modId xmlns:p14="http://schemas.microsoft.com/office/powerpoint/2010/main" val="4034868645"/>
              </p:ext>
            </p:extLst>
          </p:nvPr>
        </p:nvGraphicFramePr>
        <p:xfrm>
          <a:off x="6091238" y="955653"/>
          <a:ext cx="5115491" cy="49478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367080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164F695-C3CB-356C-CD54-BC8A9F19765E}"/>
              </a:ext>
            </a:extLst>
          </p:cNvPr>
          <p:cNvSpPr>
            <a:spLocks noGrp="1"/>
          </p:cNvSpPr>
          <p:nvPr>
            <p:ph type="title"/>
          </p:nvPr>
        </p:nvSpPr>
        <p:spPr/>
        <p:txBody>
          <a:bodyPr/>
          <a:lstStyle/>
          <a:p>
            <a:r>
              <a:rPr lang="pl-PL" dirty="0"/>
              <a:t>Jednostronny test </a:t>
            </a:r>
            <a:r>
              <a:rPr lang="pl-PL" dirty="0" err="1"/>
              <a:t>Manna-Whitneya</a:t>
            </a:r>
            <a:endParaRPr lang="pl-PL" dirty="0"/>
          </a:p>
        </p:txBody>
      </p:sp>
      <p:sp>
        <p:nvSpPr>
          <p:cNvPr id="3" name="Symbol zastępczy zawartości 2">
            <a:extLst>
              <a:ext uri="{FF2B5EF4-FFF2-40B4-BE49-F238E27FC236}">
                <a16:creationId xmlns:a16="http://schemas.microsoft.com/office/drawing/2014/main" id="{5D8C5F2E-8C57-5563-C56A-8FE4FB444281}"/>
              </a:ext>
            </a:extLst>
          </p:cNvPr>
          <p:cNvSpPr>
            <a:spLocks noGrp="1"/>
          </p:cNvSpPr>
          <p:nvPr>
            <p:ph idx="1"/>
          </p:nvPr>
        </p:nvSpPr>
        <p:spPr/>
        <p:txBody>
          <a:bodyPr/>
          <a:lstStyle/>
          <a:p>
            <a:r>
              <a:rPr lang="pl-PL" dirty="0"/>
              <a:t>Po przeprowadzeniu dwustronnego testu istotności, możemy przeprowadzić test jednostronny z </a:t>
            </a:r>
            <a:r>
              <a:rPr lang="pl-PL" sz="2800" b="1" dirty="0">
                <a:solidFill>
                  <a:schemeClr val="tx2"/>
                </a:solidFill>
              </a:rPr>
              <a:t>Hipotezą alternatywna (H₁) :</a:t>
            </a:r>
          </a:p>
          <a:p>
            <a:pPr marL="0" indent="0">
              <a:buNone/>
            </a:pPr>
            <a:r>
              <a:rPr lang="pl-PL" b="1" dirty="0">
                <a:solidFill>
                  <a:schemeClr val="tx2"/>
                </a:solidFill>
              </a:rPr>
              <a:t>	</a:t>
            </a:r>
            <a:r>
              <a:rPr lang="pl-PL" dirty="0"/>
              <a:t>Rozkład grupy badanej leży </a:t>
            </a:r>
            <a:r>
              <a:rPr lang="pl-PL" b="1" dirty="0"/>
              <a:t>istotnie niżej </a:t>
            </a:r>
            <a:r>
              <a:rPr lang="pl-PL" dirty="0"/>
              <a:t>niż rozkład grupy 	 	kontrolnej.</a:t>
            </a:r>
          </a:p>
        </p:txBody>
      </p:sp>
      <p:pic>
        <p:nvPicPr>
          <p:cNvPr id="8" name="Obraz 7">
            <a:extLst>
              <a:ext uri="{FF2B5EF4-FFF2-40B4-BE49-F238E27FC236}">
                <a16:creationId xmlns:a16="http://schemas.microsoft.com/office/drawing/2014/main" id="{C46A3EB4-FDFF-A01B-F66E-B3CEA0F780E1}"/>
              </a:ext>
            </a:extLst>
          </p:cNvPr>
          <p:cNvPicPr>
            <a:picLocks noChangeAspect="1"/>
          </p:cNvPicPr>
          <p:nvPr/>
        </p:nvPicPr>
        <p:blipFill>
          <a:blip r:embed="rId2"/>
          <a:stretch>
            <a:fillRect/>
          </a:stretch>
        </p:blipFill>
        <p:spPr>
          <a:xfrm>
            <a:off x="2162445" y="4192887"/>
            <a:ext cx="7867109" cy="629369"/>
          </a:xfrm>
          <a:prstGeom prst="rect">
            <a:avLst/>
          </a:prstGeom>
        </p:spPr>
      </p:pic>
    </p:spTree>
    <p:extLst>
      <p:ext uri="{BB962C8B-B14F-4D97-AF65-F5344CB8AC3E}">
        <p14:creationId xmlns:p14="http://schemas.microsoft.com/office/powerpoint/2010/main" val="35073060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az 2">
            <a:extLst>
              <a:ext uri="{FF2B5EF4-FFF2-40B4-BE49-F238E27FC236}">
                <a16:creationId xmlns:a16="http://schemas.microsoft.com/office/drawing/2014/main" id="{277137F0-0A3F-8506-CF02-7914019DEC97}"/>
              </a:ext>
            </a:extLst>
          </p:cNvPr>
          <p:cNvPicPr>
            <a:picLocks noChangeAspect="1"/>
          </p:cNvPicPr>
          <p:nvPr/>
        </p:nvPicPr>
        <p:blipFill>
          <a:blip r:embed="rId2"/>
          <a:stretch>
            <a:fillRect/>
          </a:stretch>
        </p:blipFill>
        <p:spPr>
          <a:xfrm>
            <a:off x="999413" y="764356"/>
            <a:ext cx="5833145" cy="2464094"/>
          </a:xfrm>
          <a:prstGeom prst="rect">
            <a:avLst/>
          </a:prstGeom>
        </p:spPr>
      </p:pic>
      <p:pic>
        <p:nvPicPr>
          <p:cNvPr id="5" name="Obraz 4">
            <a:extLst>
              <a:ext uri="{FF2B5EF4-FFF2-40B4-BE49-F238E27FC236}">
                <a16:creationId xmlns:a16="http://schemas.microsoft.com/office/drawing/2014/main" id="{EE60754C-AF1D-2B91-3FFF-503B58E3148B}"/>
              </a:ext>
            </a:extLst>
          </p:cNvPr>
          <p:cNvPicPr>
            <a:picLocks noChangeAspect="1"/>
          </p:cNvPicPr>
          <p:nvPr/>
        </p:nvPicPr>
        <p:blipFill>
          <a:blip r:embed="rId3"/>
          <a:stretch>
            <a:fillRect/>
          </a:stretch>
        </p:blipFill>
        <p:spPr>
          <a:xfrm>
            <a:off x="6761888" y="797066"/>
            <a:ext cx="4579289" cy="2431384"/>
          </a:xfrm>
          <a:prstGeom prst="rect">
            <a:avLst/>
          </a:prstGeom>
        </p:spPr>
      </p:pic>
      <p:pic>
        <p:nvPicPr>
          <p:cNvPr id="7" name="Obraz 6">
            <a:extLst>
              <a:ext uri="{FF2B5EF4-FFF2-40B4-BE49-F238E27FC236}">
                <a16:creationId xmlns:a16="http://schemas.microsoft.com/office/drawing/2014/main" id="{081E3960-DE05-26F0-FF38-D89AFC414626}"/>
              </a:ext>
            </a:extLst>
          </p:cNvPr>
          <p:cNvPicPr>
            <a:picLocks noChangeAspect="1"/>
          </p:cNvPicPr>
          <p:nvPr/>
        </p:nvPicPr>
        <p:blipFill>
          <a:blip r:embed="rId4"/>
          <a:stretch>
            <a:fillRect/>
          </a:stretch>
        </p:blipFill>
        <p:spPr>
          <a:xfrm>
            <a:off x="999411" y="3587227"/>
            <a:ext cx="4691335" cy="2449073"/>
          </a:xfrm>
          <a:prstGeom prst="rect">
            <a:avLst/>
          </a:prstGeom>
        </p:spPr>
      </p:pic>
      <p:pic>
        <p:nvPicPr>
          <p:cNvPr id="9" name="Obraz 8">
            <a:extLst>
              <a:ext uri="{FF2B5EF4-FFF2-40B4-BE49-F238E27FC236}">
                <a16:creationId xmlns:a16="http://schemas.microsoft.com/office/drawing/2014/main" id="{2359924B-6BCB-0EC7-0DF0-592952F90816}"/>
              </a:ext>
            </a:extLst>
          </p:cNvPr>
          <p:cNvPicPr>
            <a:picLocks noChangeAspect="1"/>
          </p:cNvPicPr>
          <p:nvPr/>
        </p:nvPicPr>
        <p:blipFill>
          <a:blip r:embed="rId5"/>
          <a:stretch>
            <a:fillRect/>
          </a:stretch>
        </p:blipFill>
        <p:spPr>
          <a:xfrm>
            <a:off x="5964102" y="3587227"/>
            <a:ext cx="5377075" cy="2438188"/>
          </a:xfrm>
          <a:prstGeom prst="rect">
            <a:avLst/>
          </a:prstGeom>
        </p:spPr>
      </p:pic>
      <p:sp>
        <p:nvSpPr>
          <p:cNvPr id="27" name="Prostokąt: zaokrąglone rogi 26">
            <a:extLst>
              <a:ext uri="{FF2B5EF4-FFF2-40B4-BE49-F238E27FC236}">
                <a16:creationId xmlns:a16="http://schemas.microsoft.com/office/drawing/2014/main" id="{E57DF3D8-7EF8-CF18-99C9-FBC0195DEBCE}"/>
              </a:ext>
            </a:extLst>
          </p:cNvPr>
          <p:cNvSpPr/>
          <p:nvPr/>
        </p:nvSpPr>
        <p:spPr>
          <a:xfrm>
            <a:off x="999411" y="2506308"/>
            <a:ext cx="3895318" cy="528917"/>
          </a:xfrm>
          <a:prstGeom prst="roundRect">
            <a:avLst/>
          </a:prstGeom>
          <a:solidFill>
            <a:srgbClr val="FF0000">
              <a:alpha val="30000"/>
            </a:srgb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dirty="0"/>
          </a:p>
        </p:txBody>
      </p:sp>
      <p:sp>
        <p:nvSpPr>
          <p:cNvPr id="28" name="Prostokąt: zaokrąglone rogi 27">
            <a:extLst>
              <a:ext uri="{FF2B5EF4-FFF2-40B4-BE49-F238E27FC236}">
                <a16:creationId xmlns:a16="http://schemas.microsoft.com/office/drawing/2014/main" id="{F34DBCD1-5799-A2A1-03C4-D4C2AE71400E}"/>
              </a:ext>
            </a:extLst>
          </p:cNvPr>
          <p:cNvSpPr/>
          <p:nvPr/>
        </p:nvSpPr>
        <p:spPr>
          <a:xfrm>
            <a:off x="999411" y="5313418"/>
            <a:ext cx="3895318" cy="528917"/>
          </a:xfrm>
          <a:prstGeom prst="roundRect">
            <a:avLst/>
          </a:prstGeom>
          <a:solidFill>
            <a:srgbClr val="FF0000">
              <a:alpha val="30000"/>
            </a:srgb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9" name="Prostokąt: zaokrąglone rogi 28">
            <a:extLst>
              <a:ext uri="{FF2B5EF4-FFF2-40B4-BE49-F238E27FC236}">
                <a16:creationId xmlns:a16="http://schemas.microsoft.com/office/drawing/2014/main" id="{EEF30394-3B69-2216-0919-0BE41AA8B661}"/>
              </a:ext>
            </a:extLst>
          </p:cNvPr>
          <p:cNvSpPr/>
          <p:nvPr/>
        </p:nvSpPr>
        <p:spPr>
          <a:xfrm>
            <a:off x="6704980" y="2506308"/>
            <a:ext cx="3952224" cy="528917"/>
          </a:xfrm>
          <a:prstGeom prst="roundRect">
            <a:avLst/>
          </a:prstGeom>
          <a:solidFill>
            <a:srgbClr val="FF0000">
              <a:alpha val="30000"/>
            </a:srgb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0" name="Prostokąt: zaokrąglone rogi 29">
            <a:extLst>
              <a:ext uri="{FF2B5EF4-FFF2-40B4-BE49-F238E27FC236}">
                <a16:creationId xmlns:a16="http://schemas.microsoft.com/office/drawing/2014/main" id="{5CFFBE0C-C4E3-3703-98CD-6326B3CC3B9A}"/>
              </a:ext>
            </a:extLst>
          </p:cNvPr>
          <p:cNvSpPr/>
          <p:nvPr/>
        </p:nvSpPr>
        <p:spPr>
          <a:xfrm>
            <a:off x="5964102" y="5653548"/>
            <a:ext cx="3952224" cy="185844"/>
          </a:xfrm>
          <a:prstGeom prst="roundRect">
            <a:avLst/>
          </a:prstGeom>
          <a:solidFill>
            <a:srgbClr val="FF0000">
              <a:alpha val="30000"/>
            </a:srgb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1" name="Prostokąt: zaokrąglone rogi 30">
            <a:extLst>
              <a:ext uri="{FF2B5EF4-FFF2-40B4-BE49-F238E27FC236}">
                <a16:creationId xmlns:a16="http://schemas.microsoft.com/office/drawing/2014/main" id="{327E6A33-A953-4989-1DE2-9C494BD51370}"/>
              </a:ext>
            </a:extLst>
          </p:cNvPr>
          <p:cNvSpPr/>
          <p:nvPr/>
        </p:nvSpPr>
        <p:spPr>
          <a:xfrm>
            <a:off x="5964102" y="4434544"/>
            <a:ext cx="3952224" cy="185844"/>
          </a:xfrm>
          <a:prstGeom prst="roundRect">
            <a:avLst/>
          </a:prstGeom>
          <a:solidFill>
            <a:srgbClr val="FF0000">
              <a:alpha val="30000"/>
            </a:srgb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4722714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5D26AFF-B29B-B050-3E92-B09419EFCA29}"/>
            </a:ext>
          </a:extLst>
        </p:cNvPr>
        <p:cNvGrpSpPr/>
        <p:nvPr/>
      </p:nvGrpSpPr>
      <p:grpSpPr>
        <a:xfrm>
          <a:off x="0" y="0"/>
          <a:ext cx="0" cy="0"/>
          <a:chOff x="0" y="0"/>
          <a:chExt cx="0" cy="0"/>
        </a:xfrm>
      </p:grpSpPr>
      <p:sp useBgFill="1">
        <p:nvSpPr>
          <p:cNvPr id="48" name="Rectangle 36">
            <a:extLst>
              <a:ext uri="{FF2B5EF4-FFF2-40B4-BE49-F238E27FC236}">
                <a16:creationId xmlns:a16="http://schemas.microsoft.com/office/drawing/2014/main" id="{B2C30ED8-67BE-4218-F6C6-476D90EB97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38">
            <a:extLst>
              <a:ext uri="{FF2B5EF4-FFF2-40B4-BE49-F238E27FC236}">
                <a16:creationId xmlns:a16="http://schemas.microsoft.com/office/drawing/2014/main" id="{DEAE80C1-2D90-0A38-A43C-67034E394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30095"/>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50" name="Group 40">
            <a:extLst>
              <a:ext uri="{FF2B5EF4-FFF2-40B4-BE49-F238E27FC236}">
                <a16:creationId xmlns:a16="http://schemas.microsoft.com/office/drawing/2014/main" id="{E7736EC5-16AF-55A9-2F91-317B149EA76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1219"/>
            <a:ext cx="5646974" cy="6483075"/>
            <a:chOff x="-19221" y="0"/>
            <a:chExt cx="5646974" cy="6483075"/>
          </a:xfrm>
        </p:grpSpPr>
        <p:sp>
          <p:nvSpPr>
            <p:cNvPr id="51" name="Freeform: Shape 41">
              <a:extLst>
                <a:ext uri="{FF2B5EF4-FFF2-40B4-BE49-F238E27FC236}">
                  <a16:creationId xmlns:a16="http://schemas.microsoft.com/office/drawing/2014/main" id="{DA6FEE21-13C0-39AA-E992-B1C9E68984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16610"/>
              <a:ext cx="5535001" cy="6250127"/>
            </a:xfrm>
            <a:custGeom>
              <a:avLst/>
              <a:gdLst>
                <a:gd name="connsiteX0" fmla="*/ 2510242 w 5535001"/>
                <a:gd name="connsiteY0" fmla="*/ 174 h 6250127"/>
                <a:gd name="connsiteX1" fmla="*/ 2550551 w 5535001"/>
                <a:gd name="connsiteY1" fmla="*/ 510 h 6250127"/>
                <a:gd name="connsiteX2" fmla="*/ 2629490 w 5535001"/>
                <a:gd name="connsiteY2" fmla="*/ 3757 h 6250127"/>
                <a:gd name="connsiteX3" fmla="*/ 2708317 w 5535001"/>
                <a:gd name="connsiteY3" fmla="*/ 7229 h 6250127"/>
                <a:gd name="connsiteX4" fmla="*/ 2787256 w 5535001"/>
                <a:gd name="connsiteY4" fmla="*/ 14619 h 6250127"/>
                <a:gd name="connsiteX5" fmla="*/ 3408467 w 5535001"/>
                <a:gd name="connsiteY5" fmla="*/ 145064 h 6250127"/>
                <a:gd name="connsiteX6" fmla="*/ 3557723 w 5535001"/>
                <a:gd name="connsiteY6" fmla="*/ 199593 h 6250127"/>
                <a:gd name="connsiteX7" fmla="*/ 3594337 w 5535001"/>
                <a:gd name="connsiteY7" fmla="*/ 214597 h 6250127"/>
                <a:gd name="connsiteX8" fmla="*/ 3630616 w 5535001"/>
                <a:gd name="connsiteY8" fmla="*/ 230385 h 6250127"/>
                <a:gd name="connsiteX9" fmla="*/ 3703172 w 5535001"/>
                <a:gd name="connsiteY9" fmla="*/ 262073 h 6250127"/>
                <a:gd name="connsiteX10" fmla="*/ 3739003 w 5535001"/>
                <a:gd name="connsiteY10" fmla="*/ 278756 h 6250127"/>
                <a:gd name="connsiteX11" fmla="*/ 3756806 w 5535001"/>
                <a:gd name="connsiteY11" fmla="*/ 287266 h 6250127"/>
                <a:gd name="connsiteX12" fmla="*/ 3773714 w 5535001"/>
                <a:gd name="connsiteY12" fmla="*/ 297567 h 6250127"/>
                <a:gd name="connsiteX13" fmla="*/ 3840784 w 5535001"/>
                <a:gd name="connsiteY13" fmla="*/ 339332 h 6250127"/>
                <a:gd name="connsiteX14" fmla="*/ 3873927 w 5535001"/>
                <a:gd name="connsiteY14" fmla="*/ 360495 h 6250127"/>
                <a:gd name="connsiteX15" fmla="*/ 3906062 w 5535001"/>
                <a:gd name="connsiteY15" fmla="*/ 383001 h 6250127"/>
                <a:gd name="connsiteX16" fmla="*/ 3969662 w 5535001"/>
                <a:gd name="connsiteY16" fmla="*/ 428572 h 6250127"/>
                <a:gd name="connsiteX17" fmla="*/ 4423029 w 5535001"/>
                <a:gd name="connsiteY17" fmla="*/ 837600 h 6250127"/>
                <a:gd name="connsiteX18" fmla="*/ 4474647 w 5535001"/>
                <a:gd name="connsiteY18" fmla="*/ 891569 h 6250127"/>
                <a:gd name="connsiteX19" fmla="*/ 4524250 w 5535001"/>
                <a:gd name="connsiteY19" fmla="*/ 946883 h 6250127"/>
                <a:gd name="connsiteX20" fmla="*/ 4573965 w 5535001"/>
                <a:gd name="connsiteY20" fmla="*/ 1001748 h 6250127"/>
                <a:gd name="connsiteX21" fmla="*/ 4622224 w 5535001"/>
                <a:gd name="connsiteY21" fmla="*/ 1057509 h 6250127"/>
                <a:gd name="connsiteX22" fmla="*/ 4717510 w 5535001"/>
                <a:gd name="connsiteY22" fmla="*/ 1169143 h 6250127"/>
                <a:gd name="connsiteX23" fmla="*/ 4764986 w 5535001"/>
                <a:gd name="connsiteY23" fmla="*/ 1224681 h 6250127"/>
                <a:gd name="connsiteX24" fmla="*/ 4813021 w 5535001"/>
                <a:gd name="connsiteY24" fmla="*/ 1279994 h 6250127"/>
                <a:gd name="connsiteX25" fmla="*/ 5001915 w 5535001"/>
                <a:gd name="connsiteY25" fmla="*/ 1506846 h 6250127"/>
                <a:gd name="connsiteX26" fmla="*/ 5170542 w 5535001"/>
                <a:gd name="connsiteY26" fmla="*/ 1751165 h 6250127"/>
                <a:gd name="connsiteX27" fmla="*/ 5428969 w 5535001"/>
                <a:gd name="connsiteY27" fmla="*/ 2293660 h 6250127"/>
                <a:gd name="connsiteX28" fmla="*/ 5534893 w 5535001"/>
                <a:gd name="connsiteY28" fmla="*/ 2899307 h 6250127"/>
                <a:gd name="connsiteX29" fmla="*/ 5508804 w 5535001"/>
                <a:gd name="connsiteY29" fmla="*/ 3211144 h 6250127"/>
                <a:gd name="connsiteX30" fmla="*/ 5426282 w 5535001"/>
                <a:gd name="connsiteY30" fmla="*/ 3513352 h 6250127"/>
                <a:gd name="connsiteX31" fmla="*/ 5248250 w 5535001"/>
                <a:gd name="connsiteY31" fmla="*/ 4030542 h 6250127"/>
                <a:gd name="connsiteX32" fmla="*/ 5208612 w 5535001"/>
                <a:gd name="connsiteY32" fmla="*/ 4161771 h 6250127"/>
                <a:gd name="connsiteX33" fmla="*/ 5170318 w 5535001"/>
                <a:gd name="connsiteY33" fmla="*/ 4294680 h 6250127"/>
                <a:gd name="connsiteX34" fmla="*/ 5132248 w 5535001"/>
                <a:gd name="connsiteY34" fmla="*/ 4430164 h 6250127"/>
                <a:gd name="connsiteX35" fmla="*/ 5112765 w 5535001"/>
                <a:gd name="connsiteY35" fmla="*/ 4498914 h 6250127"/>
                <a:gd name="connsiteX36" fmla="*/ 5091715 w 5535001"/>
                <a:gd name="connsiteY36" fmla="*/ 4569119 h 6250127"/>
                <a:gd name="connsiteX37" fmla="*/ 5068985 w 5535001"/>
                <a:gd name="connsiteY37" fmla="*/ 4640220 h 6250127"/>
                <a:gd name="connsiteX38" fmla="*/ 5043904 w 5535001"/>
                <a:gd name="connsiteY38" fmla="*/ 4712105 h 6250127"/>
                <a:gd name="connsiteX39" fmla="*/ 5015799 w 5535001"/>
                <a:gd name="connsiteY39" fmla="*/ 4784438 h 6250127"/>
                <a:gd name="connsiteX40" fmla="*/ 4982880 w 5535001"/>
                <a:gd name="connsiteY40" fmla="*/ 4856435 h 6250127"/>
                <a:gd name="connsiteX41" fmla="*/ 4817276 w 5535001"/>
                <a:gd name="connsiteY41" fmla="*/ 5125275 h 6250127"/>
                <a:gd name="connsiteX42" fmla="*/ 4618753 w 5535001"/>
                <a:gd name="connsiteY42" fmla="*/ 5355374 h 6250127"/>
                <a:gd name="connsiteX43" fmla="*/ 4566575 w 5535001"/>
                <a:gd name="connsiteY43" fmla="*/ 5408560 h 6250127"/>
                <a:gd name="connsiteX44" fmla="*/ 4513837 w 5535001"/>
                <a:gd name="connsiteY44" fmla="*/ 5461186 h 6250127"/>
                <a:gd name="connsiteX45" fmla="*/ 4459531 w 5535001"/>
                <a:gd name="connsiteY45" fmla="*/ 5512580 h 6250127"/>
                <a:gd name="connsiteX46" fmla="*/ 4404554 w 5535001"/>
                <a:gd name="connsiteY46" fmla="*/ 5563526 h 6250127"/>
                <a:gd name="connsiteX47" fmla="*/ 4348009 w 5535001"/>
                <a:gd name="connsiteY47" fmla="*/ 5613017 h 6250127"/>
                <a:gd name="connsiteX48" fmla="*/ 4290568 w 5535001"/>
                <a:gd name="connsiteY48" fmla="*/ 5661948 h 6250127"/>
                <a:gd name="connsiteX49" fmla="*/ 4276124 w 5535001"/>
                <a:gd name="connsiteY49" fmla="*/ 5674153 h 6250127"/>
                <a:gd name="connsiteX50" fmla="*/ 4261120 w 5535001"/>
                <a:gd name="connsiteY50" fmla="*/ 5685798 h 6250127"/>
                <a:gd name="connsiteX51" fmla="*/ 4231112 w 5535001"/>
                <a:gd name="connsiteY51" fmla="*/ 5708976 h 6250127"/>
                <a:gd name="connsiteX52" fmla="*/ 4170984 w 5535001"/>
                <a:gd name="connsiteY52" fmla="*/ 5755443 h 6250127"/>
                <a:gd name="connsiteX53" fmla="*/ 4046025 w 5535001"/>
                <a:gd name="connsiteY53" fmla="*/ 5843228 h 6250127"/>
                <a:gd name="connsiteX54" fmla="*/ 3915356 w 5535001"/>
                <a:gd name="connsiteY54" fmla="*/ 5923735 h 6250127"/>
                <a:gd name="connsiteX55" fmla="*/ 3346323 w 5535001"/>
                <a:gd name="connsiteY55" fmla="*/ 6158872 h 6250127"/>
                <a:gd name="connsiteX56" fmla="*/ 2743476 w 5535001"/>
                <a:gd name="connsiteY56" fmla="*/ 6247328 h 6250127"/>
                <a:gd name="connsiteX57" fmla="*/ 2668120 w 5535001"/>
                <a:gd name="connsiteY57" fmla="*/ 6249344 h 6250127"/>
                <a:gd name="connsiteX58" fmla="*/ 2630498 w 5535001"/>
                <a:gd name="connsiteY58" fmla="*/ 6250127 h 6250127"/>
                <a:gd name="connsiteX59" fmla="*/ 2592988 w 5535001"/>
                <a:gd name="connsiteY59" fmla="*/ 6249568 h 6250127"/>
                <a:gd name="connsiteX60" fmla="*/ 2518080 w 5535001"/>
                <a:gd name="connsiteY60" fmla="*/ 6247777 h 6250127"/>
                <a:gd name="connsiteX61" fmla="*/ 2442948 w 5535001"/>
                <a:gd name="connsiteY61" fmla="*/ 6244529 h 6250127"/>
                <a:gd name="connsiteX62" fmla="*/ 2291676 w 5535001"/>
                <a:gd name="connsiteY62" fmla="*/ 6232213 h 6250127"/>
                <a:gd name="connsiteX63" fmla="*/ 2141412 w 5535001"/>
                <a:gd name="connsiteY63" fmla="*/ 6212394 h 6250127"/>
                <a:gd name="connsiteX64" fmla="*/ 1992715 w 5535001"/>
                <a:gd name="connsiteY64" fmla="*/ 6184961 h 6250127"/>
                <a:gd name="connsiteX65" fmla="*/ 1845811 w 5535001"/>
                <a:gd name="connsiteY65" fmla="*/ 6151034 h 6250127"/>
                <a:gd name="connsiteX66" fmla="*/ 1701033 w 5535001"/>
                <a:gd name="connsiteY66" fmla="*/ 6110724 h 6250127"/>
                <a:gd name="connsiteX67" fmla="*/ 1629484 w 5535001"/>
                <a:gd name="connsiteY67" fmla="*/ 6088219 h 6250127"/>
                <a:gd name="connsiteX68" fmla="*/ 1558383 w 5535001"/>
                <a:gd name="connsiteY68" fmla="*/ 6064929 h 6250127"/>
                <a:gd name="connsiteX69" fmla="*/ 1011968 w 5535001"/>
                <a:gd name="connsiteY69" fmla="*/ 5828896 h 6250127"/>
                <a:gd name="connsiteX70" fmla="*/ 511237 w 5535001"/>
                <a:gd name="connsiteY70" fmla="*/ 5512356 h 6250127"/>
                <a:gd name="connsiteX71" fmla="*/ 395572 w 5535001"/>
                <a:gd name="connsiteY71" fmla="*/ 5419757 h 6250127"/>
                <a:gd name="connsiteX72" fmla="*/ 284722 w 5535001"/>
                <a:gd name="connsiteY72" fmla="*/ 5321559 h 6250127"/>
                <a:gd name="connsiteX73" fmla="*/ 257513 w 5535001"/>
                <a:gd name="connsiteY73" fmla="*/ 5296477 h 6250127"/>
                <a:gd name="connsiteX74" fmla="*/ 243853 w 5535001"/>
                <a:gd name="connsiteY74" fmla="*/ 5283937 h 6250127"/>
                <a:gd name="connsiteX75" fmla="*/ 230752 w 5535001"/>
                <a:gd name="connsiteY75" fmla="*/ 5270836 h 6250127"/>
                <a:gd name="connsiteX76" fmla="*/ 178574 w 5535001"/>
                <a:gd name="connsiteY76" fmla="*/ 5218322 h 6250127"/>
                <a:gd name="connsiteX77" fmla="*/ 126508 w 5535001"/>
                <a:gd name="connsiteY77" fmla="*/ 5165584 h 6250127"/>
                <a:gd name="connsiteX78" fmla="*/ 76345 w 5535001"/>
                <a:gd name="connsiteY78" fmla="*/ 5111167 h 6250127"/>
                <a:gd name="connsiteX79" fmla="*/ 26407 w 5535001"/>
                <a:gd name="connsiteY79" fmla="*/ 5056413 h 6250127"/>
                <a:gd name="connsiteX80" fmla="*/ 0 w 5535001"/>
                <a:gd name="connsiteY80" fmla="*/ 5024776 h 6250127"/>
                <a:gd name="connsiteX81" fmla="*/ 0 w 5535001"/>
                <a:gd name="connsiteY81" fmla="*/ 4492798 h 6250127"/>
                <a:gd name="connsiteX82" fmla="*/ 28534 w 5535001"/>
                <a:gd name="connsiteY82" fmla="*/ 4537879 h 6250127"/>
                <a:gd name="connsiteX83" fmla="*/ 66604 w 5535001"/>
                <a:gd name="connsiteY83" fmla="*/ 4592745 h 6250127"/>
                <a:gd name="connsiteX84" fmla="*/ 104114 w 5535001"/>
                <a:gd name="connsiteY84" fmla="*/ 4647834 h 6250127"/>
                <a:gd name="connsiteX85" fmla="*/ 143751 w 5535001"/>
                <a:gd name="connsiteY85" fmla="*/ 4701580 h 6250127"/>
                <a:gd name="connsiteX86" fmla="*/ 182717 w 5535001"/>
                <a:gd name="connsiteY86" fmla="*/ 4755773 h 6250127"/>
                <a:gd name="connsiteX87" fmla="*/ 223810 w 5535001"/>
                <a:gd name="connsiteY87" fmla="*/ 4808399 h 6250127"/>
                <a:gd name="connsiteX88" fmla="*/ 264679 w 5535001"/>
                <a:gd name="connsiteY88" fmla="*/ 4861249 h 6250127"/>
                <a:gd name="connsiteX89" fmla="*/ 307788 w 5535001"/>
                <a:gd name="connsiteY89" fmla="*/ 4912420 h 6250127"/>
                <a:gd name="connsiteX90" fmla="*/ 351232 w 5535001"/>
                <a:gd name="connsiteY90" fmla="*/ 4963254 h 6250127"/>
                <a:gd name="connsiteX91" fmla="*/ 397028 w 5535001"/>
                <a:gd name="connsiteY91" fmla="*/ 5012185 h 6250127"/>
                <a:gd name="connsiteX92" fmla="*/ 443496 w 5535001"/>
                <a:gd name="connsiteY92" fmla="*/ 5060444 h 6250127"/>
                <a:gd name="connsiteX93" fmla="*/ 455140 w 5535001"/>
                <a:gd name="connsiteY93" fmla="*/ 5072537 h 6250127"/>
                <a:gd name="connsiteX94" fmla="*/ 467345 w 5535001"/>
                <a:gd name="connsiteY94" fmla="*/ 5083958 h 6250127"/>
                <a:gd name="connsiteX95" fmla="*/ 491755 w 5535001"/>
                <a:gd name="connsiteY95" fmla="*/ 5106912 h 6250127"/>
                <a:gd name="connsiteX96" fmla="*/ 540686 w 5535001"/>
                <a:gd name="connsiteY96" fmla="*/ 5152819 h 6250127"/>
                <a:gd name="connsiteX97" fmla="*/ 552890 w 5535001"/>
                <a:gd name="connsiteY97" fmla="*/ 5164353 h 6250127"/>
                <a:gd name="connsiteX98" fmla="*/ 565655 w 5535001"/>
                <a:gd name="connsiteY98" fmla="*/ 5175214 h 6250127"/>
                <a:gd name="connsiteX99" fmla="*/ 591072 w 5535001"/>
                <a:gd name="connsiteY99" fmla="*/ 5197048 h 6250127"/>
                <a:gd name="connsiteX100" fmla="*/ 694197 w 5535001"/>
                <a:gd name="connsiteY100" fmla="*/ 5283041 h 6250127"/>
                <a:gd name="connsiteX101" fmla="*/ 1146221 w 5535001"/>
                <a:gd name="connsiteY101" fmla="*/ 5573716 h 6250127"/>
                <a:gd name="connsiteX102" fmla="*/ 1650982 w 5535001"/>
                <a:gd name="connsiteY102" fmla="*/ 5758130 h 6250127"/>
                <a:gd name="connsiteX103" fmla="*/ 1716485 w 5535001"/>
                <a:gd name="connsiteY103" fmla="*/ 5772798 h 6250127"/>
                <a:gd name="connsiteX104" fmla="*/ 1782211 w 5535001"/>
                <a:gd name="connsiteY104" fmla="*/ 5786235 h 6250127"/>
                <a:gd name="connsiteX105" fmla="*/ 1848386 w 5535001"/>
                <a:gd name="connsiteY105" fmla="*/ 5796984 h 6250127"/>
                <a:gd name="connsiteX106" fmla="*/ 1881417 w 5535001"/>
                <a:gd name="connsiteY106" fmla="*/ 5802359 h 6250127"/>
                <a:gd name="connsiteX107" fmla="*/ 1914560 w 5535001"/>
                <a:gd name="connsiteY107" fmla="*/ 5807061 h 6250127"/>
                <a:gd name="connsiteX108" fmla="*/ 2047469 w 5535001"/>
                <a:gd name="connsiteY108" fmla="*/ 5821282 h 6250127"/>
                <a:gd name="connsiteX109" fmla="*/ 2180601 w 5535001"/>
                <a:gd name="connsiteY109" fmla="*/ 5828896 h 6250127"/>
                <a:gd name="connsiteX110" fmla="*/ 2313622 w 5535001"/>
                <a:gd name="connsiteY110" fmla="*/ 5830463 h 6250127"/>
                <a:gd name="connsiteX111" fmla="*/ 2380021 w 5535001"/>
                <a:gd name="connsiteY111" fmla="*/ 5828448 h 6250127"/>
                <a:gd name="connsiteX112" fmla="*/ 2446195 w 5535001"/>
                <a:gd name="connsiteY112" fmla="*/ 5826433 h 6250127"/>
                <a:gd name="connsiteX113" fmla="*/ 2513041 w 5535001"/>
                <a:gd name="connsiteY113" fmla="*/ 5822737 h 6250127"/>
                <a:gd name="connsiteX114" fmla="*/ 2580111 w 5535001"/>
                <a:gd name="connsiteY114" fmla="*/ 5818258 h 6250127"/>
                <a:gd name="connsiteX115" fmla="*/ 2613590 w 5535001"/>
                <a:gd name="connsiteY115" fmla="*/ 5816355 h 6250127"/>
                <a:gd name="connsiteX116" fmla="*/ 2646845 w 5535001"/>
                <a:gd name="connsiteY116" fmla="*/ 5813108 h 6250127"/>
                <a:gd name="connsiteX117" fmla="*/ 2713244 w 5535001"/>
                <a:gd name="connsiteY117" fmla="*/ 5806838 h 6250127"/>
                <a:gd name="connsiteX118" fmla="*/ 3230882 w 5535001"/>
                <a:gd name="connsiteY118" fmla="*/ 5721292 h 6250127"/>
                <a:gd name="connsiteX119" fmla="*/ 3720416 w 5535001"/>
                <a:gd name="connsiteY119" fmla="*/ 5556472 h 6250127"/>
                <a:gd name="connsiteX120" fmla="*/ 3837425 w 5535001"/>
                <a:gd name="connsiteY120" fmla="*/ 5499927 h 6250127"/>
                <a:gd name="connsiteX121" fmla="*/ 3951634 w 5535001"/>
                <a:gd name="connsiteY121" fmla="*/ 5436552 h 6250127"/>
                <a:gd name="connsiteX122" fmla="*/ 4007284 w 5535001"/>
                <a:gd name="connsiteY122" fmla="*/ 5401841 h 6250127"/>
                <a:gd name="connsiteX123" fmla="*/ 4035164 w 5535001"/>
                <a:gd name="connsiteY123" fmla="*/ 5384374 h 6250127"/>
                <a:gd name="connsiteX124" fmla="*/ 4049049 w 5535001"/>
                <a:gd name="connsiteY124" fmla="*/ 5375640 h 6250127"/>
                <a:gd name="connsiteX125" fmla="*/ 4062485 w 5535001"/>
                <a:gd name="connsiteY125" fmla="*/ 5366123 h 6250127"/>
                <a:gd name="connsiteX126" fmla="*/ 4116567 w 5535001"/>
                <a:gd name="connsiteY126" fmla="*/ 5328277 h 6250127"/>
                <a:gd name="connsiteX127" fmla="*/ 4169976 w 5535001"/>
                <a:gd name="connsiteY127" fmla="*/ 5289199 h 6250127"/>
                <a:gd name="connsiteX128" fmla="*/ 4222042 w 5535001"/>
                <a:gd name="connsiteY128" fmla="*/ 5247994 h 6250127"/>
                <a:gd name="connsiteX129" fmla="*/ 4273213 w 5535001"/>
                <a:gd name="connsiteY129" fmla="*/ 5205558 h 6250127"/>
                <a:gd name="connsiteX130" fmla="*/ 4323151 w 5535001"/>
                <a:gd name="connsiteY130" fmla="*/ 5161329 h 6250127"/>
                <a:gd name="connsiteX131" fmla="*/ 4371971 w 5535001"/>
                <a:gd name="connsiteY131" fmla="*/ 5116093 h 6250127"/>
                <a:gd name="connsiteX132" fmla="*/ 4546868 w 5535001"/>
                <a:gd name="connsiteY132" fmla="*/ 4924400 h 6250127"/>
                <a:gd name="connsiteX133" fmla="*/ 4675634 w 5535001"/>
                <a:gd name="connsiteY133" fmla="*/ 4715352 h 6250127"/>
                <a:gd name="connsiteX134" fmla="*/ 4700155 w 5535001"/>
                <a:gd name="connsiteY134" fmla="*/ 4659255 h 6250127"/>
                <a:gd name="connsiteX135" fmla="*/ 4721206 w 5535001"/>
                <a:gd name="connsiteY135" fmla="*/ 4600135 h 6250127"/>
                <a:gd name="connsiteX136" fmla="*/ 4740465 w 5535001"/>
                <a:gd name="connsiteY136" fmla="*/ 4538887 h 6250127"/>
                <a:gd name="connsiteX137" fmla="*/ 4758492 w 5535001"/>
                <a:gd name="connsiteY137" fmla="*/ 4475848 h 6250127"/>
                <a:gd name="connsiteX138" fmla="*/ 4891288 w 5535001"/>
                <a:gd name="connsiteY138" fmla="*/ 3930329 h 6250127"/>
                <a:gd name="connsiteX139" fmla="*/ 5066298 w 5535001"/>
                <a:gd name="connsiteY139" fmla="*/ 3382235 h 6250127"/>
                <a:gd name="connsiteX140" fmla="*/ 5156994 w 5535001"/>
                <a:gd name="connsiteY140" fmla="*/ 2898635 h 6250127"/>
                <a:gd name="connsiteX141" fmla="*/ 5083317 w 5535001"/>
                <a:gd name="connsiteY141" fmla="*/ 2402047 h 6250127"/>
                <a:gd name="connsiteX142" fmla="*/ 4871022 w 5535001"/>
                <a:gd name="connsiteY142" fmla="*/ 1926958 h 6250127"/>
                <a:gd name="connsiteX143" fmla="*/ 4727028 w 5535001"/>
                <a:gd name="connsiteY143" fmla="*/ 1703577 h 6250127"/>
                <a:gd name="connsiteX144" fmla="*/ 4563776 w 5535001"/>
                <a:gd name="connsiteY144" fmla="*/ 1490834 h 6250127"/>
                <a:gd name="connsiteX145" fmla="*/ 4370291 w 5535001"/>
                <a:gd name="connsiteY145" fmla="*/ 1300596 h 6250127"/>
                <a:gd name="connsiteX146" fmla="*/ 4266046 w 5535001"/>
                <a:gd name="connsiteY146" fmla="*/ 1214491 h 6250127"/>
                <a:gd name="connsiteX147" fmla="*/ 4212973 w 5535001"/>
                <a:gd name="connsiteY147" fmla="*/ 1173062 h 6250127"/>
                <a:gd name="connsiteX148" fmla="*/ 4157995 w 5535001"/>
                <a:gd name="connsiteY148" fmla="*/ 1134545 h 6250127"/>
                <a:gd name="connsiteX149" fmla="*/ 3697126 w 5535001"/>
                <a:gd name="connsiteY149" fmla="*/ 881044 h 6250127"/>
                <a:gd name="connsiteX150" fmla="*/ 3637670 w 5535001"/>
                <a:gd name="connsiteY150" fmla="*/ 856747 h 6250127"/>
                <a:gd name="connsiteX151" fmla="*/ 3608222 w 5535001"/>
                <a:gd name="connsiteY151" fmla="*/ 844318 h 6250127"/>
                <a:gd name="connsiteX152" fmla="*/ 3578214 w 5535001"/>
                <a:gd name="connsiteY152" fmla="*/ 833457 h 6250127"/>
                <a:gd name="connsiteX153" fmla="*/ 3518309 w 5535001"/>
                <a:gd name="connsiteY153" fmla="*/ 812294 h 6250127"/>
                <a:gd name="connsiteX154" fmla="*/ 3503417 w 5535001"/>
                <a:gd name="connsiteY154" fmla="*/ 806920 h 6250127"/>
                <a:gd name="connsiteX155" fmla="*/ 3489533 w 5535001"/>
                <a:gd name="connsiteY155" fmla="*/ 799642 h 6250127"/>
                <a:gd name="connsiteX156" fmla="*/ 3460869 w 5535001"/>
                <a:gd name="connsiteY156" fmla="*/ 787101 h 6250127"/>
                <a:gd name="connsiteX157" fmla="*/ 3402980 w 5535001"/>
                <a:gd name="connsiteY157" fmla="*/ 763475 h 6250127"/>
                <a:gd name="connsiteX158" fmla="*/ 3374092 w 5535001"/>
                <a:gd name="connsiteY158" fmla="*/ 751606 h 6250127"/>
                <a:gd name="connsiteX159" fmla="*/ 3344980 w 5535001"/>
                <a:gd name="connsiteY159" fmla="*/ 740409 h 6250127"/>
                <a:gd name="connsiteX160" fmla="*/ 3226627 w 5535001"/>
                <a:gd name="connsiteY160" fmla="*/ 700772 h 6250127"/>
                <a:gd name="connsiteX161" fmla="*/ 2735750 w 5535001"/>
                <a:gd name="connsiteY161" fmla="*/ 614667 h 6250127"/>
                <a:gd name="connsiteX162" fmla="*/ 2673158 w 5535001"/>
                <a:gd name="connsiteY162" fmla="*/ 610412 h 6250127"/>
                <a:gd name="connsiteX163" fmla="*/ 2610119 w 5535001"/>
                <a:gd name="connsiteY163" fmla="*/ 609628 h 6250127"/>
                <a:gd name="connsiteX164" fmla="*/ 2547080 w 5535001"/>
                <a:gd name="connsiteY164" fmla="*/ 608620 h 6250127"/>
                <a:gd name="connsiteX165" fmla="*/ 2516400 w 5535001"/>
                <a:gd name="connsiteY165" fmla="*/ 608844 h 6250127"/>
                <a:gd name="connsiteX166" fmla="*/ 2486280 w 5535001"/>
                <a:gd name="connsiteY166" fmla="*/ 609740 h 6250127"/>
                <a:gd name="connsiteX167" fmla="*/ 2426376 w 5535001"/>
                <a:gd name="connsiteY167" fmla="*/ 613099 h 6250127"/>
                <a:gd name="connsiteX168" fmla="*/ 2366920 w 5535001"/>
                <a:gd name="connsiteY168" fmla="*/ 618474 h 6250127"/>
                <a:gd name="connsiteX169" fmla="*/ 2337248 w 5535001"/>
                <a:gd name="connsiteY169" fmla="*/ 621497 h 6250127"/>
                <a:gd name="connsiteX170" fmla="*/ 2307800 w 5535001"/>
                <a:gd name="connsiteY170" fmla="*/ 625528 h 6250127"/>
                <a:gd name="connsiteX171" fmla="*/ 2278351 w 5535001"/>
                <a:gd name="connsiteY171" fmla="*/ 629559 h 6250127"/>
                <a:gd name="connsiteX172" fmla="*/ 2249127 w 5535001"/>
                <a:gd name="connsiteY172" fmla="*/ 634710 h 6250127"/>
                <a:gd name="connsiteX173" fmla="*/ 1796096 w 5535001"/>
                <a:gd name="connsiteY173" fmla="*/ 781726 h 6250127"/>
                <a:gd name="connsiteX174" fmla="*/ 1370833 w 5535001"/>
                <a:gd name="connsiteY174" fmla="*/ 1048663 h 6250127"/>
                <a:gd name="connsiteX175" fmla="*/ 959790 w 5535001"/>
                <a:gd name="connsiteY175" fmla="*/ 1390844 h 6250127"/>
                <a:gd name="connsiteX176" fmla="*/ 749062 w 5535001"/>
                <a:gd name="connsiteY176" fmla="*/ 1577611 h 6250127"/>
                <a:gd name="connsiteX177" fmla="*/ 524786 w 5535001"/>
                <a:gd name="connsiteY177" fmla="*/ 1763145 h 6250127"/>
                <a:gd name="connsiteX178" fmla="*/ 84071 w 5535001"/>
                <a:gd name="connsiteY178" fmla="*/ 2098496 h 6250127"/>
                <a:gd name="connsiteX179" fmla="*/ 0 w 5535001"/>
                <a:gd name="connsiteY179" fmla="*/ 2168094 h 6250127"/>
                <a:gd name="connsiteX180" fmla="*/ 0 w 5535001"/>
                <a:gd name="connsiteY180" fmla="*/ 1576676 h 6250127"/>
                <a:gd name="connsiteX181" fmla="*/ 174655 w 5535001"/>
                <a:gd name="connsiteY181" fmla="*/ 1387597 h 6250127"/>
                <a:gd name="connsiteX182" fmla="*/ 363661 w 5535001"/>
                <a:gd name="connsiteY182" fmla="*/ 1188626 h 6250127"/>
                <a:gd name="connsiteX183" fmla="*/ 458052 w 5535001"/>
                <a:gd name="connsiteY183" fmla="*/ 1086397 h 6250127"/>
                <a:gd name="connsiteX184" fmla="*/ 557257 w 5535001"/>
                <a:gd name="connsiteY184" fmla="*/ 981593 h 6250127"/>
                <a:gd name="connsiteX185" fmla="*/ 994165 w 5535001"/>
                <a:gd name="connsiteY185" fmla="*/ 578389 h 6250127"/>
                <a:gd name="connsiteX186" fmla="*/ 1520873 w 5535001"/>
                <a:gd name="connsiteY186" fmla="*/ 237215 h 6250127"/>
                <a:gd name="connsiteX187" fmla="*/ 2141748 w 5535001"/>
                <a:gd name="connsiteY187" fmla="*/ 31190 h 6250127"/>
                <a:gd name="connsiteX188" fmla="*/ 2182505 w 5535001"/>
                <a:gd name="connsiteY188" fmla="*/ 24360 h 6250127"/>
                <a:gd name="connsiteX189" fmla="*/ 2223374 w 5535001"/>
                <a:gd name="connsiteY189" fmla="*/ 18873 h 6250127"/>
                <a:gd name="connsiteX190" fmla="*/ 2264355 w 5535001"/>
                <a:gd name="connsiteY190" fmla="*/ 13611 h 6250127"/>
                <a:gd name="connsiteX191" fmla="*/ 2305336 w 5535001"/>
                <a:gd name="connsiteY191" fmla="*/ 9580 h 6250127"/>
                <a:gd name="connsiteX192" fmla="*/ 2387410 w 5535001"/>
                <a:gd name="connsiteY192" fmla="*/ 3645 h 6250127"/>
                <a:gd name="connsiteX193" fmla="*/ 2469373 w 5535001"/>
                <a:gd name="connsiteY193" fmla="*/ 622 h 62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5535001" h="6250127">
                  <a:moveTo>
                    <a:pt x="2510242" y="174"/>
                  </a:moveTo>
                  <a:cubicBezTo>
                    <a:pt x="2523902" y="-50"/>
                    <a:pt x="2537562" y="-162"/>
                    <a:pt x="2550551" y="510"/>
                  </a:cubicBezTo>
                  <a:lnTo>
                    <a:pt x="2629490" y="3757"/>
                  </a:lnTo>
                  <a:lnTo>
                    <a:pt x="2708317" y="7229"/>
                  </a:lnTo>
                  <a:cubicBezTo>
                    <a:pt x="2734630" y="8572"/>
                    <a:pt x="2760943" y="12155"/>
                    <a:pt x="2787256" y="14619"/>
                  </a:cubicBezTo>
                  <a:cubicBezTo>
                    <a:pt x="2997536" y="34885"/>
                    <a:pt x="3207144" y="77994"/>
                    <a:pt x="3408467" y="145064"/>
                  </a:cubicBezTo>
                  <a:lnTo>
                    <a:pt x="3557723" y="199593"/>
                  </a:lnTo>
                  <a:cubicBezTo>
                    <a:pt x="3570264" y="203848"/>
                    <a:pt x="3582245" y="209447"/>
                    <a:pt x="3594337" y="214597"/>
                  </a:cubicBezTo>
                  <a:lnTo>
                    <a:pt x="3630616" y="230385"/>
                  </a:lnTo>
                  <a:lnTo>
                    <a:pt x="3703172" y="262073"/>
                  </a:lnTo>
                  <a:cubicBezTo>
                    <a:pt x="3715265" y="267335"/>
                    <a:pt x="3727358" y="272598"/>
                    <a:pt x="3739003" y="278756"/>
                  </a:cubicBezTo>
                  <a:cubicBezTo>
                    <a:pt x="3744937" y="281667"/>
                    <a:pt x="3750984" y="284131"/>
                    <a:pt x="3756806" y="287266"/>
                  </a:cubicBezTo>
                  <a:cubicBezTo>
                    <a:pt x="3762517" y="290513"/>
                    <a:pt x="3768115" y="294208"/>
                    <a:pt x="3773714" y="297567"/>
                  </a:cubicBezTo>
                  <a:lnTo>
                    <a:pt x="3840784" y="339332"/>
                  </a:lnTo>
                  <a:cubicBezTo>
                    <a:pt x="3851869" y="346386"/>
                    <a:pt x="3863290" y="352881"/>
                    <a:pt x="3873927" y="360495"/>
                  </a:cubicBezTo>
                  <a:lnTo>
                    <a:pt x="3906062" y="383001"/>
                  </a:lnTo>
                  <a:lnTo>
                    <a:pt x="3969662" y="428572"/>
                  </a:lnTo>
                  <a:cubicBezTo>
                    <a:pt x="4137281" y="552188"/>
                    <a:pt x="4285417" y="693270"/>
                    <a:pt x="4423029" y="837600"/>
                  </a:cubicBezTo>
                  <a:cubicBezTo>
                    <a:pt x="4440160" y="855739"/>
                    <a:pt x="4457404" y="873766"/>
                    <a:pt x="4474647" y="891569"/>
                  </a:cubicBezTo>
                  <a:lnTo>
                    <a:pt x="4524250" y="946883"/>
                  </a:lnTo>
                  <a:lnTo>
                    <a:pt x="4573965" y="1001748"/>
                  </a:lnTo>
                  <a:cubicBezTo>
                    <a:pt x="4590760" y="1019887"/>
                    <a:pt x="4605988" y="1039146"/>
                    <a:pt x="4622224" y="1057509"/>
                  </a:cubicBezTo>
                  <a:cubicBezTo>
                    <a:pt x="4653911" y="1094907"/>
                    <a:pt x="4686831" y="1131409"/>
                    <a:pt x="4717510" y="1169143"/>
                  </a:cubicBezTo>
                  <a:cubicBezTo>
                    <a:pt x="4733186" y="1187730"/>
                    <a:pt x="4748862" y="1206430"/>
                    <a:pt x="4764986" y="1224681"/>
                  </a:cubicBezTo>
                  <a:cubicBezTo>
                    <a:pt x="4780886" y="1243044"/>
                    <a:pt x="4797233" y="1261071"/>
                    <a:pt x="4813021" y="1279994"/>
                  </a:cubicBezTo>
                  <a:cubicBezTo>
                    <a:pt x="4877292" y="1354230"/>
                    <a:pt x="4941339" y="1428914"/>
                    <a:pt x="5001915" y="1506846"/>
                  </a:cubicBezTo>
                  <a:cubicBezTo>
                    <a:pt x="5062603" y="1584665"/>
                    <a:pt x="5118252" y="1666739"/>
                    <a:pt x="5170542" y="1751165"/>
                  </a:cubicBezTo>
                  <a:cubicBezTo>
                    <a:pt x="5274898" y="1920240"/>
                    <a:pt x="5363579" y="2101295"/>
                    <a:pt x="5428969" y="2293660"/>
                  </a:cubicBezTo>
                  <a:cubicBezTo>
                    <a:pt x="5494136" y="2485801"/>
                    <a:pt x="5533102" y="2690819"/>
                    <a:pt x="5534893" y="2899307"/>
                  </a:cubicBezTo>
                  <a:cubicBezTo>
                    <a:pt x="5536124" y="3003439"/>
                    <a:pt x="5526831" y="3108132"/>
                    <a:pt x="5508804" y="3211144"/>
                  </a:cubicBezTo>
                  <a:cubicBezTo>
                    <a:pt x="5490441" y="3314157"/>
                    <a:pt x="5462336" y="3415490"/>
                    <a:pt x="5426282" y="3513352"/>
                  </a:cubicBezTo>
                  <a:cubicBezTo>
                    <a:pt x="5363355" y="3684890"/>
                    <a:pt x="5302219" y="3856428"/>
                    <a:pt x="5248250" y="4030542"/>
                  </a:cubicBezTo>
                  <a:lnTo>
                    <a:pt x="5208612" y="4161771"/>
                  </a:lnTo>
                  <a:lnTo>
                    <a:pt x="5170318" y="4294680"/>
                  </a:lnTo>
                  <a:lnTo>
                    <a:pt x="5132248" y="4430164"/>
                  </a:lnTo>
                  <a:lnTo>
                    <a:pt x="5112765" y="4498914"/>
                  </a:lnTo>
                  <a:lnTo>
                    <a:pt x="5091715" y="4569119"/>
                  </a:lnTo>
                  <a:cubicBezTo>
                    <a:pt x="5085221" y="4592297"/>
                    <a:pt x="5076823" y="4616482"/>
                    <a:pt x="5068985" y="4640220"/>
                  </a:cubicBezTo>
                  <a:cubicBezTo>
                    <a:pt x="5060699" y="4664182"/>
                    <a:pt x="5053981" y="4687807"/>
                    <a:pt x="5043904" y="4712105"/>
                  </a:cubicBezTo>
                  <a:lnTo>
                    <a:pt x="5015799" y="4784438"/>
                  </a:lnTo>
                  <a:cubicBezTo>
                    <a:pt x="5005274" y="4808511"/>
                    <a:pt x="4993965" y="4832473"/>
                    <a:pt x="4982880" y="4856435"/>
                  </a:cubicBezTo>
                  <a:cubicBezTo>
                    <a:pt x="4936524" y="4951273"/>
                    <a:pt x="4881099" y="5044096"/>
                    <a:pt x="4817276" y="5125275"/>
                  </a:cubicBezTo>
                  <a:cubicBezTo>
                    <a:pt x="4755244" y="5208805"/>
                    <a:pt x="4686943" y="5282817"/>
                    <a:pt x="4618753" y="5355374"/>
                  </a:cubicBezTo>
                  <a:cubicBezTo>
                    <a:pt x="4602069" y="5374073"/>
                    <a:pt x="4584154" y="5391092"/>
                    <a:pt x="4566575" y="5408560"/>
                  </a:cubicBezTo>
                  <a:lnTo>
                    <a:pt x="4513837" y="5461186"/>
                  </a:lnTo>
                  <a:cubicBezTo>
                    <a:pt x="4496593" y="5479101"/>
                    <a:pt x="4477894" y="5495560"/>
                    <a:pt x="4459531" y="5512580"/>
                  </a:cubicBezTo>
                  <a:lnTo>
                    <a:pt x="4404554" y="5563526"/>
                  </a:lnTo>
                  <a:cubicBezTo>
                    <a:pt x="4386527" y="5580770"/>
                    <a:pt x="4366932" y="5596670"/>
                    <a:pt x="4348009" y="5613017"/>
                  </a:cubicBezTo>
                  <a:lnTo>
                    <a:pt x="4290568" y="5661948"/>
                  </a:lnTo>
                  <a:lnTo>
                    <a:pt x="4276124" y="5674153"/>
                  </a:lnTo>
                  <a:lnTo>
                    <a:pt x="4261120" y="5685798"/>
                  </a:lnTo>
                  <a:lnTo>
                    <a:pt x="4231112" y="5708976"/>
                  </a:lnTo>
                  <a:lnTo>
                    <a:pt x="4170984" y="5755443"/>
                  </a:lnTo>
                  <a:cubicBezTo>
                    <a:pt x="4130227" y="5785563"/>
                    <a:pt x="4087790" y="5813892"/>
                    <a:pt x="4046025" y="5843228"/>
                  </a:cubicBezTo>
                  <a:cubicBezTo>
                    <a:pt x="4002917" y="5870437"/>
                    <a:pt x="3959248" y="5897309"/>
                    <a:pt x="3915356" y="5923735"/>
                  </a:cubicBezTo>
                  <a:cubicBezTo>
                    <a:pt x="3737659" y="6026299"/>
                    <a:pt x="3544847" y="6106022"/>
                    <a:pt x="3346323" y="6158872"/>
                  </a:cubicBezTo>
                  <a:cubicBezTo>
                    <a:pt x="3147800" y="6211946"/>
                    <a:pt x="2944462" y="6239714"/>
                    <a:pt x="2743476" y="6247328"/>
                  </a:cubicBezTo>
                  <a:lnTo>
                    <a:pt x="2668120" y="6249344"/>
                  </a:lnTo>
                  <a:lnTo>
                    <a:pt x="2630498" y="6250127"/>
                  </a:lnTo>
                  <a:lnTo>
                    <a:pt x="2592988" y="6249568"/>
                  </a:lnTo>
                  <a:lnTo>
                    <a:pt x="2518080" y="6247777"/>
                  </a:lnTo>
                  <a:cubicBezTo>
                    <a:pt x="2493110" y="6247105"/>
                    <a:pt x="2468365" y="6246881"/>
                    <a:pt x="2442948" y="6244529"/>
                  </a:cubicBezTo>
                  <a:cubicBezTo>
                    <a:pt x="2392337" y="6240722"/>
                    <a:pt x="2341950" y="6237699"/>
                    <a:pt x="2291676" y="6232213"/>
                  </a:cubicBezTo>
                  <a:lnTo>
                    <a:pt x="2141412" y="6212394"/>
                  </a:lnTo>
                  <a:lnTo>
                    <a:pt x="1992715" y="6184961"/>
                  </a:lnTo>
                  <a:cubicBezTo>
                    <a:pt x="1943561" y="6173988"/>
                    <a:pt x="1894630" y="6162231"/>
                    <a:pt x="1845811" y="6151034"/>
                  </a:cubicBezTo>
                  <a:cubicBezTo>
                    <a:pt x="1797215" y="6138829"/>
                    <a:pt x="1749180" y="6123938"/>
                    <a:pt x="1701033" y="6110724"/>
                  </a:cubicBezTo>
                  <a:cubicBezTo>
                    <a:pt x="1676847" y="6104566"/>
                    <a:pt x="1653334" y="6095833"/>
                    <a:pt x="1629484" y="6088219"/>
                  </a:cubicBezTo>
                  <a:lnTo>
                    <a:pt x="1558383" y="6064929"/>
                  </a:lnTo>
                  <a:cubicBezTo>
                    <a:pt x="1369713" y="6000210"/>
                    <a:pt x="1186978" y="5921271"/>
                    <a:pt x="1011968" y="5828896"/>
                  </a:cubicBezTo>
                  <a:cubicBezTo>
                    <a:pt x="837071" y="5736408"/>
                    <a:pt x="668556" y="5631940"/>
                    <a:pt x="511237" y="5512356"/>
                  </a:cubicBezTo>
                  <a:cubicBezTo>
                    <a:pt x="471152" y="5483468"/>
                    <a:pt x="433642" y="5451220"/>
                    <a:pt x="395572" y="5419757"/>
                  </a:cubicBezTo>
                  <a:cubicBezTo>
                    <a:pt x="356831" y="5388965"/>
                    <a:pt x="321112" y="5354926"/>
                    <a:pt x="284722" y="5321559"/>
                  </a:cubicBezTo>
                  <a:lnTo>
                    <a:pt x="257513" y="5296477"/>
                  </a:lnTo>
                  <a:lnTo>
                    <a:pt x="243853" y="5283937"/>
                  </a:lnTo>
                  <a:lnTo>
                    <a:pt x="230752" y="5270836"/>
                  </a:lnTo>
                  <a:lnTo>
                    <a:pt x="178574" y="5218322"/>
                  </a:lnTo>
                  <a:cubicBezTo>
                    <a:pt x="161331" y="5200631"/>
                    <a:pt x="143191" y="5183948"/>
                    <a:pt x="126508" y="5165584"/>
                  </a:cubicBezTo>
                  <a:lnTo>
                    <a:pt x="76345" y="5111167"/>
                  </a:lnTo>
                  <a:cubicBezTo>
                    <a:pt x="59774" y="5092916"/>
                    <a:pt x="42530" y="5075112"/>
                    <a:pt x="26407" y="5056413"/>
                  </a:cubicBezTo>
                  <a:lnTo>
                    <a:pt x="0" y="5024776"/>
                  </a:lnTo>
                  <a:lnTo>
                    <a:pt x="0" y="4492798"/>
                  </a:lnTo>
                  <a:lnTo>
                    <a:pt x="28534" y="4537879"/>
                  </a:lnTo>
                  <a:cubicBezTo>
                    <a:pt x="41299" y="4556130"/>
                    <a:pt x="54175" y="4574382"/>
                    <a:pt x="66604" y="4592745"/>
                  </a:cubicBezTo>
                  <a:lnTo>
                    <a:pt x="104114" y="4647834"/>
                  </a:lnTo>
                  <a:lnTo>
                    <a:pt x="143751" y="4701580"/>
                  </a:lnTo>
                  <a:cubicBezTo>
                    <a:pt x="156964" y="4719495"/>
                    <a:pt x="169728" y="4737746"/>
                    <a:pt x="182717" y="4755773"/>
                  </a:cubicBezTo>
                  <a:lnTo>
                    <a:pt x="223810" y="4808399"/>
                  </a:lnTo>
                  <a:lnTo>
                    <a:pt x="264679" y="4861249"/>
                  </a:lnTo>
                  <a:cubicBezTo>
                    <a:pt x="278563" y="4878717"/>
                    <a:pt x="293455" y="4895288"/>
                    <a:pt x="307788" y="4912420"/>
                  </a:cubicBezTo>
                  <a:lnTo>
                    <a:pt x="351232" y="4963254"/>
                  </a:lnTo>
                  <a:cubicBezTo>
                    <a:pt x="365788" y="4980162"/>
                    <a:pt x="381688" y="4995837"/>
                    <a:pt x="397028" y="5012185"/>
                  </a:cubicBezTo>
                  <a:lnTo>
                    <a:pt x="443496" y="5060444"/>
                  </a:lnTo>
                  <a:lnTo>
                    <a:pt x="455140" y="5072537"/>
                  </a:lnTo>
                  <a:lnTo>
                    <a:pt x="467345" y="5083958"/>
                  </a:lnTo>
                  <a:lnTo>
                    <a:pt x="491755" y="5106912"/>
                  </a:lnTo>
                  <a:lnTo>
                    <a:pt x="540686" y="5152819"/>
                  </a:lnTo>
                  <a:lnTo>
                    <a:pt x="552890" y="5164353"/>
                  </a:lnTo>
                  <a:lnTo>
                    <a:pt x="565655" y="5175214"/>
                  </a:lnTo>
                  <a:lnTo>
                    <a:pt x="591072" y="5197048"/>
                  </a:lnTo>
                  <a:cubicBezTo>
                    <a:pt x="624999" y="5226160"/>
                    <a:pt x="658366" y="5256056"/>
                    <a:pt x="694197" y="5283041"/>
                  </a:cubicBezTo>
                  <a:cubicBezTo>
                    <a:pt x="834272" y="5394675"/>
                    <a:pt x="985207" y="5493881"/>
                    <a:pt x="1146221" y="5573716"/>
                  </a:cubicBezTo>
                  <a:cubicBezTo>
                    <a:pt x="1307122" y="5653774"/>
                    <a:pt x="1476869" y="5715918"/>
                    <a:pt x="1650982" y="5758130"/>
                  </a:cubicBezTo>
                  <a:lnTo>
                    <a:pt x="1716485" y="5772798"/>
                  </a:lnTo>
                  <a:cubicBezTo>
                    <a:pt x="1738431" y="5777390"/>
                    <a:pt x="1759929" y="5783100"/>
                    <a:pt x="1782211" y="5786235"/>
                  </a:cubicBezTo>
                  <a:lnTo>
                    <a:pt x="1848386" y="5796984"/>
                  </a:lnTo>
                  <a:lnTo>
                    <a:pt x="1881417" y="5802359"/>
                  </a:lnTo>
                  <a:cubicBezTo>
                    <a:pt x="1892390" y="5804151"/>
                    <a:pt x="1903363" y="5806054"/>
                    <a:pt x="1914560" y="5807061"/>
                  </a:cubicBezTo>
                  <a:cubicBezTo>
                    <a:pt x="1959012" y="5811765"/>
                    <a:pt x="2003241" y="5817251"/>
                    <a:pt x="2047469" y="5821282"/>
                  </a:cubicBezTo>
                  <a:lnTo>
                    <a:pt x="2180601" y="5828896"/>
                  </a:lnTo>
                  <a:lnTo>
                    <a:pt x="2313622" y="5830463"/>
                  </a:lnTo>
                  <a:cubicBezTo>
                    <a:pt x="2335680" y="5830799"/>
                    <a:pt x="2357962" y="5829008"/>
                    <a:pt x="2380021" y="5828448"/>
                  </a:cubicBezTo>
                  <a:lnTo>
                    <a:pt x="2446195" y="5826433"/>
                  </a:lnTo>
                  <a:cubicBezTo>
                    <a:pt x="2468029" y="5826208"/>
                    <a:pt x="2490647" y="5824193"/>
                    <a:pt x="2513041" y="5822737"/>
                  </a:cubicBezTo>
                  <a:lnTo>
                    <a:pt x="2580111" y="5818258"/>
                  </a:lnTo>
                  <a:lnTo>
                    <a:pt x="2613590" y="5816355"/>
                  </a:lnTo>
                  <a:lnTo>
                    <a:pt x="2646845" y="5813108"/>
                  </a:lnTo>
                  <a:cubicBezTo>
                    <a:pt x="2669016" y="5810869"/>
                    <a:pt x="2691074" y="5808741"/>
                    <a:pt x="2713244" y="5806838"/>
                  </a:cubicBezTo>
                  <a:cubicBezTo>
                    <a:pt x="2889933" y="5789371"/>
                    <a:pt x="3062815" y="5762050"/>
                    <a:pt x="3230882" y="5721292"/>
                  </a:cubicBezTo>
                  <a:cubicBezTo>
                    <a:pt x="3398837" y="5680423"/>
                    <a:pt x="3562426" y="5626902"/>
                    <a:pt x="3720416" y="5556472"/>
                  </a:cubicBezTo>
                  <a:cubicBezTo>
                    <a:pt x="3759381" y="5537997"/>
                    <a:pt x="3798347" y="5518962"/>
                    <a:pt x="3837425" y="5499927"/>
                  </a:cubicBezTo>
                  <a:cubicBezTo>
                    <a:pt x="3875271" y="5478765"/>
                    <a:pt x="3913900" y="5458610"/>
                    <a:pt x="3951634" y="5436552"/>
                  </a:cubicBezTo>
                  <a:lnTo>
                    <a:pt x="4007284" y="5401841"/>
                  </a:lnTo>
                  <a:lnTo>
                    <a:pt x="4035164" y="5384374"/>
                  </a:lnTo>
                  <a:lnTo>
                    <a:pt x="4049049" y="5375640"/>
                  </a:lnTo>
                  <a:lnTo>
                    <a:pt x="4062485" y="5366123"/>
                  </a:lnTo>
                  <a:lnTo>
                    <a:pt x="4116567" y="5328277"/>
                  </a:lnTo>
                  <a:cubicBezTo>
                    <a:pt x="4134594" y="5315624"/>
                    <a:pt x="4152957" y="5303420"/>
                    <a:pt x="4169976" y="5289199"/>
                  </a:cubicBezTo>
                  <a:lnTo>
                    <a:pt x="4222042" y="5247994"/>
                  </a:lnTo>
                  <a:cubicBezTo>
                    <a:pt x="4239398" y="5234222"/>
                    <a:pt x="4256865" y="5220562"/>
                    <a:pt x="4273213" y="5205558"/>
                  </a:cubicBezTo>
                  <a:lnTo>
                    <a:pt x="4323151" y="5161329"/>
                  </a:lnTo>
                  <a:cubicBezTo>
                    <a:pt x="4339611" y="5146437"/>
                    <a:pt x="4356631" y="5131881"/>
                    <a:pt x="4371971" y="5116093"/>
                  </a:cubicBezTo>
                  <a:cubicBezTo>
                    <a:pt x="4435457" y="5054398"/>
                    <a:pt x="4496258" y="4991135"/>
                    <a:pt x="4546868" y="4924400"/>
                  </a:cubicBezTo>
                  <a:cubicBezTo>
                    <a:pt x="4600054" y="4858450"/>
                    <a:pt x="4640699" y="4788916"/>
                    <a:pt x="4675634" y="4715352"/>
                  </a:cubicBezTo>
                  <a:lnTo>
                    <a:pt x="4700155" y="4659255"/>
                  </a:lnTo>
                  <a:lnTo>
                    <a:pt x="4721206" y="4600135"/>
                  </a:lnTo>
                  <a:cubicBezTo>
                    <a:pt x="4728707" y="4580988"/>
                    <a:pt x="4733970" y="4559266"/>
                    <a:pt x="4740465" y="4538887"/>
                  </a:cubicBezTo>
                  <a:cubicBezTo>
                    <a:pt x="4746623" y="4518061"/>
                    <a:pt x="4753005" y="4497906"/>
                    <a:pt x="4758492" y="4475848"/>
                  </a:cubicBezTo>
                  <a:cubicBezTo>
                    <a:pt x="4803168" y="4303637"/>
                    <a:pt x="4840902" y="4115080"/>
                    <a:pt x="4891288" y="3930329"/>
                  </a:cubicBezTo>
                  <a:cubicBezTo>
                    <a:pt x="4940891" y="3744906"/>
                    <a:pt x="5000235" y="3562059"/>
                    <a:pt x="5066298" y="3382235"/>
                  </a:cubicBezTo>
                  <a:cubicBezTo>
                    <a:pt x="5124186" y="3226932"/>
                    <a:pt x="5154530" y="3064015"/>
                    <a:pt x="5156994" y="2898635"/>
                  </a:cubicBezTo>
                  <a:cubicBezTo>
                    <a:pt x="5159681" y="2733255"/>
                    <a:pt x="5132920" y="2565636"/>
                    <a:pt x="5083317" y="2402047"/>
                  </a:cubicBezTo>
                  <a:cubicBezTo>
                    <a:pt x="5033938" y="2238123"/>
                    <a:pt x="4960150" y="2079013"/>
                    <a:pt x="4871022" y="1926958"/>
                  </a:cubicBezTo>
                  <a:cubicBezTo>
                    <a:pt x="4826570" y="1850818"/>
                    <a:pt x="4777415" y="1776918"/>
                    <a:pt x="4727028" y="1703577"/>
                  </a:cubicBezTo>
                  <a:cubicBezTo>
                    <a:pt x="4676418" y="1630349"/>
                    <a:pt x="4622784" y="1558464"/>
                    <a:pt x="4563776" y="1490834"/>
                  </a:cubicBezTo>
                  <a:cubicBezTo>
                    <a:pt x="4503647" y="1423764"/>
                    <a:pt x="4439041" y="1359157"/>
                    <a:pt x="4370291" y="1300596"/>
                  </a:cubicBezTo>
                  <a:cubicBezTo>
                    <a:pt x="4336812" y="1270141"/>
                    <a:pt x="4301541" y="1242148"/>
                    <a:pt x="4266046" y="1214491"/>
                  </a:cubicBezTo>
                  <a:cubicBezTo>
                    <a:pt x="4248355" y="1200607"/>
                    <a:pt x="4230776" y="1186611"/>
                    <a:pt x="4212973" y="1173062"/>
                  </a:cubicBezTo>
                  <a:cubicBezTo>
                    <a:pt x="4194722" y="1160074"/>
                    <a:pt x="4176359" y="1147197"/>
                    <a:pt x="4157995" y="1134545"/>
                  </a:cubicBezTo>
                  <a:cubicBezTo>
                    <a:pt x="4011426" y="1031980"/>
                    <a:pt x="3855004" y="948562"/>
                    <a:pt x="3697126" y="881044"/>
                  </a:cubicBezTo>
                  <a:lnTo>
                    <a:pt x="3637670" y="856747"/>
                  </a:lnTo>
                  <a:lnTo>
                    <a:pt x="3608222" y="844318"/>
                  </a:lnTo>
                  <a:cubicBezTo>
                    <a:pt x="3598480" y="840063"/>
                    <a:pt x="3588179" y="837040"/>
                    <a:pt x="3578214" y="833457"/>
                  </a:cubicBezTo>
                  <a:lnTo>
                    <a:pt x="3518309" y="812294"/>
                  </a:lnTo>
                  <a:cubicBezTo>
                    <a:pt x="3513383" y="810503"/>
                    <a:pt x="3508344" y="808823"/>
                    <a:pt x="3503417" y="806920"/>
                  </a:cubicBezTo>
                  <a:cubicBezTo>
                    <a:pt x="3498603" y="804792"/>
                    <a:pt x="3494236" y="801993"/>
                    <a:pt x="3489533" y="799642"/>
                  </a:cubicBezTo>
                  <a:cubicBezTo>
                    <a:pt x="3480240" y="794827"/>
                    <a:pt x="3470498" y="791020"/>
                    <a:pt x="3460869" y="787101"/>
                  </a:cubicBezTo>
                  <a:lnTo>
                    <a:pt x="3402980" y="763475"/>
                  </a:lnTo>
                  <a:lnTo>
                    <a:pt x="3374092" y="751606"/>
                  </a:lnTo>
                  <a:cubicBezTo>
                    <a:pt x="3364462" y="747688"/>
                    <a:pt x="3354945" y="743433"/>
                    <a:pt x="3344980" y="740409"/>
                  </a:cubicBezTo>
                  <a:lnTo>
                    <a:pt x="3226627" y="700772"/>
                  </a:lnTo>
                  <a:cubicBezTo>
                    <a:pt x="3067405" y="652849"/>
                    <a:pt x="2902697" y="625192"/>
                    <a:pt x="2735750" y="614667"/>
                  </a:cubicBezTo>
                  <a:cubicBezTo>
                    <a:pt x="2714811" y="613435"/>
                    <a:pt x="2694209" y="610860"/>
                    <a:pt x="2673158" y="610412"/>
                  </a:cubicBezTo>
                  <a:lnTo>
                    <a:pt x="2610119" y="609628"/>
                  </a:lnTo>
                  <a:lnTo>
                    <a:pt x="2547080" y="608620"/>
                  </a:lnTo>
                  <a:cubicBezTo>
                    <a:pt x="2536443" y="608173"/>
                    <a:pt x="2526365" y="608397"/>
                    <a:pt x="2516400" y="608844"/>
                  </a:cubicBezTo>
                  <a:lnTo>
                    <a:pt x="2486280" y="609740"/>
                  </a:lnTo>
                  <a:cubicBezTo>
                    <a:pt x="2466125" y="609852"/>
                    <a:pt x="2446307" y="611868"/>
                    <a:pt x="2426376" y="613099"/>
                  </a:cubicBezTo>
                  <a:cubicBezTo>
                    <a:pt x="2406333" y="613995"/>
                    <a:pt x="2386627" y="616458"/>
                    <a:pt x="2366920" y="618474"/>
                  </a:cubicBezTo>
                  <a:cubicBezTo>
                    <a:pt x="2357066" y="619482"/>
                    <a:pt x="2347101" y="620153"/>
                    <a:pt x="2337248" y="621497"/>
                  </a:cubicBezTo>
                  <a:lnTo>
                    <a:pt x="2307800" y="625528"/>
                  </a:lnTo>
                  <a:lnTo>
                    <a:pt x="2278351" y="629559"/>
                  </a:lnTo>
                  <a:lnTo>
                    <a:pt x="2249127" y="634710"/>
                  </a:lnTo>
                  <a:cubicBezTo>
                    <a:pt x="2093377" y="661918"/>
                    <a:pt x="1942329" y="710849"/>
                    <a:pt x="1796096" y="781726"/>
                  </a:cubicBezTo>
                  <a:cubicBezTo>
                    <a:pt x="1649751" y="852268"/>
                    <a:pt x="1508892" y="944307"/>
                    <a:pt x="1370833" y="1048663"/>
                  </a:cubicBezTo>
                  <a:cubicBezTo>
                    <a:pt x="1232774" y="1153244"/>
                    <a:pt x="1097290" y="1269917"/>
                    <a:pt x="959790" y="1390844"/>
                  </a:cubicBezTo>
                  <a:lnTo>
                    <a:pt x="749062" y="1577611"/>
                  </a:lnTo>
                  <a:cubicBezTo>
                    <a:pt x="674602" y="1642329"/>
                    <a:pt x="599806" y="1704137"/>
                    <a:pt x="524786" y="1763145"/>
                  </a:cubicBezTo>
                  <a:cubicBezTo>
                    <a:pt x="374858" y="1881498"/>
                    <a:pt x="223810" y="1987422"/>
                    <a:pt x="84071" y="2098496"/>
                  </a:cubicBezTo>
                  <a:lnTo>
                    <a:pt x="0" y="2168094"/>
                  </a:lnTo>
                  <a:lnTo>
                    <a:pt x="0" y="1576676"/>
                  </a:lnTo>
                  <a:lnTo>
                    <a:pt x="174655" y="1387597"/>
                  </a:lnTo>
                  <a:cubicBezTo>
                    <a:pt x="238926" y="1320079"/>
                    <a:pt x="302749" y="1254577"/>
                    <a:pt x="363661" y="1188626"/>
                  </a:cubicBezTo>
                  <a:lnTo>
                    <a:pt x="458052" y="1086397"/>
                  </a:lnTo>
                  <a:cubicBezTo>
                    <a:pt x="490635" y="1051351"/>
                    <a:pt x="523666" y="1016416"/>
                    <a:pt x="557257" y="981593"/>
                  </a:cubicBezTo>
                  <a:cubicBezTo>
                    <a:pt x="691510" y="842414"/>
                    <a:pt x="835055" y="705699"/>
                    <a:pt x="994165" y="578389"/>
                  </a:cubicBezTo>
                  <a:cubicBezTo>
                    <a:pt x="1152939" y="451190"/>
                    <a:pt x="1328060" y="333398"/>
                    <a:pt x="1520873" y="237215"/>
                  </a:cubicBezTo>
                  <a:cubicBezTo>
                    <a:pt x="1713238" y="141033"/>
                    <a:pt x="1924302" y="68028"/>
                    <a:pt x="2141748" y="31190"/>
                  </a:cubicBezTo>
                  <a:lnTo>
                    <a:pt x="2182505" y="24360"/>
                  </a:lnTo>
                  <a:cubicBezTo>
                    <a:pt x="2196165" y="22344"/>
                    <a:pt x="2209826" y="20665"/>
                    <a:pt x="2223374" y="18873"/>
                  </a:cubicBezTo>
                  <a:lnTo>
                    <a:pt x="2264355" y="13611"/>
                  </a:lnTo>
                  <a:cubicBezTo>
                    <a:pt x="2278015" y="11931"/>
                    <a:pt x="2291676" y="10924"/>
                    <a:pt x="2305336" y="9580"/>
                  </a:cubicBezTo>
                  <a:cubicBezTo>
                    <a:pt x="2332657" y="7229"/>
                    <a:pt x="2360090" y="4653"/>
                    <a:pt x="2387410" y="3645"/>
                  </a:cubicBezTo>
                  <a:cubicBezTo>
                    <a:pt x="2414731" y="2414"/>
                    <a:pt x="2442164" y="510"/>
                    <a:pt x="2469373" y="62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Freeform: Shape 42">
              <a:extLst>
                <a:ext uri="{FF2B5EF4-FFF2-40B4-BE49-F238E27FC236}">
                  <a16:creationId xmlns:a16="http://schemas.microsoft.com/office/drawing/2014/main" id="{9371206C-17FF-8E78-F780-8B95A5E8FF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646908" cy="6130481"/>
            </a:xfrm>
            <a:custGeom>
              <a:avLst/>
              <a:gdLst>
                <a:gd name="connsiteX0" fmla="*/ 2616837 w 5646908"/>
                <a:gd name="connsiteY0" fmla="*/ 0 h 6130481"/>
                <a:gd name="connsiteX1" fmla="*/ 4918721 w 5646908"/>
                <a:gd name="connsiteY1" fmla="*/ 1134258 h 6130481"/>
                <a:gd name="connsiteX2" fmla="*/ 5539036 w 5646908"/>
                <a:gd name="connsiteY2" fmla="*/ 3362353 h 6130481"/>
                <a:gd name="connsiteX3" fmla="*/ 4712024 w 5646908"/>
                <a:gd name="connsiteY3" fmla="*/ 5293280 h 6130481"/>
                <a:gd name="connsiteX4" fmla="*/ 2547864 w 5646908"/>
                <a:gd name="connsiteY4" fmla="*/ 6130481 h 6130481"/>
                <a:gd name="connsiteX5" fmla="*/ 263223 w 5646908"/>
                <a:gd name="connsiteY5" fmla="*/ 5212325 h 6130481"/>
                <a:gd name="connsiteX6" fmla="*/ 49974 w 5646908"/>
                <a:gd name="connsiteY6" fmla="*/ 4985345 h 6130481"/>
                <a:gd name="connsiteX7" fmla="*/ 0 w 5646908"/>
                <a:gd name="connsiteY7" fmla="*/ 4920618 h 6130481"/>
                <a:gd name="connsiteX8" fmla="*/ 0 w 5646908"/>
                <a:gd name="connsiteY8" fmla="*/ 3760303 h 6130481"/>
                <a:gd name="connsiteX9" fmla="*/ 80488 w 5646908"/>
                <a:gd name="connsiteY9" fmla="*/ 3974159 h 6130481"/>
                <a:gd name="connsiteX10" fmla="*/ 664748 w 5646908"/>
                <a:gd name="connsiteY10" fmla="*/ 4813600 h 6130481"/>
                <a:gd name="connsiteX11" fmla="*/ 2548087 w 5646908"/>
                <a:gd name="connsiteY11" fmla="*/ 5570406 h 6130481"/>
                <a:gd name="connsiteX12" fmla="*/ 3536561 w 5646908"/>
                <a:gd name="connsiteY12" fmla="*/ 5407153 h 6130481"/>
                <a:gd name="connsiteX13" fmla="*/ 4308035 w 5646908"/>
                <a:gd name="connsiteY13" fmla="*/ 4897241 h 6130481"/>
                <a:gd name="connsiteX14" fmla="*/ 4569038 w 5646908"/>
                <a:gd name="connsiteY14" fmla="*/ 4564802 h 6130481"/>
                <a:gd name="connsiteX15" fmla="*/ 4699147 w 5646908"/>
                <a:gd name="connsiteY15" fmla="*/ 4149952 h 6130481"/>
                <a:gd name="connsiteX16" fmla="*/ 5003034 w 5646908"/>
                <a:gd name="connsiteY16" fmla="*/ 3168421 h 6130481"/>
                <a:gd name="connsiteX17" fmla="*/ 4994189 w 5646908"/>
                <a:gd name="connsiteY17" fmla="*/ 2321590 h 6130481"/>
                <a:gd name="connsiteX18" fmla="*/ 4487860 w 5646908"/>
                <a:gd name="connsiteY18" fmla="*/ 1501856 h 6130481"/>
                <a:gd name="connsiteX19" fmla="*/ 3640469 w 5646908"/>
                <a:gd name="connsiteY19" fmla="*/ 808425 h 6130481"/>
                <a:gd name="connsiteX20" fmla="*/ 2616837 w 5646908"/>
                <a:gd name="connsiteY20" fmla="*/ 559851 h 6130481"/>
                <a:gd name="connsiteX21" fmla="*/ 1762952 w 5646908"/>
                <a:gd name="connsiteY21" fmla="*/ 812008 h 6130481"/>
                <a:gd name="connsiteX22" fmla="*/ 939635 w 5646908"/>
                <a:gd name="connsiteY22" fmla="*/ 1502976 h 6130481"/>
                <a:gd name="connsiteX23" fmla="*/ 585250 w 5646908"/>
                <a:gd name="connsiteY23" fmla="*/ 1831049 h 6130481"/>
                <a:gd name="connsiteX24" fmla="*/ 40403 w 5646908"/>
                <a:gd name="connsiteY24" fmla="*/ 2389556 h 6130481"/>
                <a:gd name="connsiteX25" fmla="*/ 0 w 5646908"/>
                <a:gd name="connsiteY25" fmla="*/ 2456747 h 6130481"/>
                <a:gd name="connsiteX26" fmla="*/ 0 w 5646908"/>
                <a:gd name="connsiteY26" fmla="*/ 1601114 h 6130481"/>
                <a:gd name="connsiteX27" fmla="*/ 93200 w 5646908"/>
                <a:gd name="connsiteY27" fmla="*/ 1513741 h 6130481"/>
                <a:gd name="connsiteX28" fmla="*/ 535423 w 5646908"/>
                <a:gd name="connsiteY28" fmla="*/ 1107273 h 6130481"/>
                <a:gd name="connsiteX29" fmla="*/ 2616837 w 5646908"/>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646908" h="6130481">
                  <a:moveTo>
                    <a:pt x="2616837" y="0"/>
                  </a:moveTo>
                  <a:cubicBezTo>
                    <a:pt x="3596241" y="0"/>
                    <a:pt x="4322479" y="463445"/>
                    <a:pt x="4918721" y="1134258"/>
                  </a:cubicBezTo>
                  <a:cubicBezTo>
                    <a:pt x="5416317" y="1694109"/>
                    <a:pt x="5857703" y="2516643"/>
                    <a:pt x="5539036" y="3362353"/>
                  </a:cubicBezTo>
                  <a:cubicBezTo>
                    <a:pt x="5111758" y="4496612"/>
                    <a:pt x="5300763" y="4716633"/>
                    <a:pt x="4712024" y="5293280"/>
                  </a:cubicBezTo>
                  <a:cubicBezTo>
                    <a:pt x="4123284" y="5869926"/>
                    <a:pt x="3446201" y="6130481"/>
                    <a:pt x="2547864" y="6130481"/>
                  </a:cubicBezTo>
                  <a:cubicBezTo>
                    <a:pt x="1657476" y="6130481"/>
                    <a:pt x="850619" y="5780127"/>
                    <a:pt x="263223" y="5212325"/>
                  </a:cubicBezTo>
                  <a:cubicBezTo>
                    <a:pt x="188497" y="5140091"/>
                    <a:pt x="117321" y="5064339"/>
                    <a:pt x="49974" y="4985345"/>
                  </a:cubicBezTo>
                  <a:lnTo>
                    <a:pt x="0" y="4920618"/>
                  </a:lnTo>
                  <a:lnTo>
                    <a:pt x="0" y="3760303"/>
                  </a:lnTo>
                  <a:lnTo>
                    <a:pt x="80488" y="3974159"/>
                  </a:lnTo>
                  <a:cubicBezTo>
                    <a:pt x="217875" y="4289243"/>
                    <a:pt x="414383" y="4571632"/>
                    <a:pt x="664748" y="4813600"/>
                  </a:cubicBezTo>
                  <a:cubicBezTo>
                    <a:pt x="1169734" y="5301566"/>
                    <a:pt x="1838644" y="5570406"/>
                    <a:pt x="2548087" y="5570406"/>
                  </a:cubicBezTo>
                  <a:cubicBezTo>
                    <a:pt x="2928786" y="5570406"/>
                    <a:pt x="3252156" y="5516996"/>
                    <a:pt x="3536561" y="5407153"/>
                  </a:cubicBezTo>
                  <a:cubicBezTo>
                    <a:pt x="3815366" y="5299438"/>
                    <a:pt x="4067747" y="5132603"/>
                    <a:pt x="4308035" y="4897241"/>
                  </a:cubicBezTo>
                  <a:cubicBezTo>
                    <a:pt x="4475095" y="4733653"/>
                    <a:pt x="4533767" y="4637358"/>
                    <a:pt x="4569038" y="4564802"/>
                  </a:cubicBezTo>
                  <a:cubicBezTo>
                    <a:pt x="4619313" y="4461453"/>
                    <a:pt x="4652792" y="4330784"/>
                    <a:pt x="4699147" y="4149952"/>
                  </a:cubicBezTo>
                  <a:cubicBezTo>
                    <a:pt x="4758491" y="3918846"/>
                    <a:pt x="4839558" y="3602194"/>
                    <a:pt x="5003034" y="3168421"/>
                  </a:cubicBezTo>
                  <a:cubicBezTo>
                    <a:pt x="5103024" y="2902940"/>
                    <a:pt x="5100112" y="2626037"/>
                    <a:pt x="4994189" y="2321590"/>
                  </a:cubicBezTo>
                  <a:cubicBezTo>
                    <a:pt x="4900470" y="2052526"/>
                    <a:pt x="4725460" y="1769129"/>
                    <a:pt x="4487860" y="1501856"/>
                  </a:cubicBezTo>
                  <a:cubicBezTo>
                    <a:pt x="4210285" y="1189683"/>
                    <a:pt x="3933047" y="962832"/>
                    <a:pt x="3640469" y="808425"/>
                  </a:cubicBezTo>
                  <a:cubicBezTo>
                    <a:pt x="3323369" y="641141"/>
                    <a:pt x="2988578" y="559851"/>
                    <a:pt x="2616837" y="559851"/>
                  </a:cubicBezTo>
                  <a:cubicBezTo>
                    <a:pt x="2315413" y="559851"/>
                    <a:pt x="2044110" y="640134"/>
                    <a:pt x="1762952" y="812008"/>
                  </a:cubicBezTo>
                  <a:cubicBezTo>
                    <a:pt x="1472838" y="989593"/>
                    <a:pt x="1197167" y="1250707"/>
                    <a:pt x="939635" y="1502976"/>
                  </a:cubicBezTo>
                  <a:cubicBezTo>
                    <a:pt x="819379" y="1620769"/>
                    <a:pt x="700355" y="1727700"/>
                    <a:pt x="585250" y="1831049"/>
                  </a:cubicBezTo>
                  <a:cubicBezTo>
                    <a:pt x="362317" y="2031140"/>
                    <a:pt x="169840" y="2204022"/>
                    <a:pt x="40403" y="2389556"/>
                  </a:cubicBezTo>
                  <a:lnTo>
                    <a:pt x="0" y="2456747"/>
                  </a:lnTo>
                  <a:lnTo>
                    <a:pt x="0" y="1601114"/>
                  </a:lnTo>
                  <a:lnTo>
                    <a:pt x="93200" y="1513741"/>
                  </a:lnTo>
                  <a:cubicBezTo>
                    <a:pt x="237107" y="1383294"/>
                    <a:pt x="388238" y="1251435"/>
                    <a:pt x="535423" y="1107273"/>
                  </a:cubicBezTo>
                  <a:cubicBezTo>
                    <a:pt x="1124050" y="530627"/>
                    <a:pt x="1718500" y="0"/>
                    <a:pt x="2616837"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3" name="Freeform: Shape 43">
              <a:extLst>
                <a:ext uri="{FF2B5EF4-FFF2-40B4-BE49-F238E27FC236}">
                  <a16:creationId xmlns:a16="http://schemas.microsoft.com/office/drawing/2014/main" id="{F4A4C00C-F276-679E-75DE-8FDCC8441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176241"/>
              <a:ext cx="5517522" cy="6130481"/>
            </a:xfrm>
            <a:custGeom>
              <a:avLst/>
              <a:gdLst>
                <a:gd name="connsiteX0" fmla="*/ 2549095 w 5517522"/>
                <a:gd name="connsiteY0" fmla="*/ 0 h 6130481"/>
                <a:gd name="connsiteX1" fmla="*/ 4804175 w 5517522"/>
                <a:gd name="connsiteY1" fmla="*/ 1134258 h 6130481"/>
                <a:gd name="connsiteX2" fmla="*/ 5411838 w 5517522"/>
                <a:gd name="connsiteY2" fmla="*/ 3362353 h 6130481"/>
                <a:gd name="connsiteX3" fmla="*/ 4601621 w 5517522"/>
                <a:gd name="connsiteY3" fmla="*/ 5293280 h 6130481"/>
                <a:gd name="connsiteX4" fmla="*/ 2481577 w 5517522"/>
                <a:gd name="connsiteY4" fmla="*/ 6130481 h 6130481"/>
                <a:gd name="connsiteX5" fmla="*/ 243517 w 5517522"/>
                <a:gd name="connsiteY5" fmla="*/ 5212325 h 6130481"/>
                <a:gd name="connsiteX6" fmla="*/ 34587 w 5517522"/>
                <a:gd name="connsiteY6" fmla="*/ 4985345 h 6130481"/>
                <a:gd name="connsiteX7" fmla="*/ 0 w 5517522"/>
                <a:gd name="connsiteY7" fmla="*/ 4939620 h 6130481"/>
                <a:gd name="connsiteX8" fmla="*/ 0 w 5517522"/>
                <a:gd name="connsiteY8" fmla="*/ 3335329 h 6130481"/>
                <a:gd name="connsiteX9" fmla="*/ 17141 w 5517522"/>
                <a:gd name="connsiteY9" fmla="*/ 3448738 h 6130481"/>
                <a:gd name="connsiteX10" fmla="*/ 167489 w 5517522"/>
                <a:gd name="connsiteY10" fmla="*/ 3930490 h 6130481"/>
                <a:gd name="connsiteX11" fmla="*/ 715471 w 5517522"/>
                <a:gd name="connsiteY11" fmla="*/ 4734212 h 6130481"/>
                <a:gd name="connsiteX12" fmla="*/ 2481689 w 5517522"/>
                <a:gd name="connsiteY12" fmla="*/ 5458772 h 6130481"/>
                <a:gd name="connsiteX13" fmla="*/ 4126644 w 5517522"/>
                <a:gd name="connsiteY13" fmla="*/ 4818302 h 6130481"/>
                <a:gd name="connsiteX14" fmla="*/ 4360437 w 5517522"/>
                <a:gd name="connsiteY14" fmla="*/ 4516766 h 6130481"/>
                <a:gd name="connsiteX15" fmla="*/ 4480357 w 5517522"/>
                <a:gd name="connsiteY15" fmla="*/ 4122855 h 6130481"/>
                <a:gd name="connsiteX16" fmla="*/ 4781557 w 5517522"/>
                <a:gd name="connsiteY16" fmla="*/ 3129791 h 6130481"/>
                <a:gd name="connsiteX17" fmla="*/ 4771928 w 5517522"/>
                <a:gd name="connsiteY17" fmla="*/ 2357869 h 6130481"/>
                <a:gd name="connsiteX18" fmla="*/ 4297510 w 5517522"/>
                <a:gd name="connsiteY18" fmla="*/ 1575533 h 6130481"/>
                <a:gd name="connsiteX19" fmla="*/ 3498715 w 5517522"/>
                <a:gd name="connsiteY19" fmla="*/ 907071 h 6130481"/>
                <a:gd name="connsiteX20" fmla="*/ 2549095 w 5517522"/>
                <a:gd name="connsiteY20" fmla="*/ 671821 h 6130481"/>
                <a:gd name="connsiteX21" fmla="*/ 985319 w 5517522"/>
                <a:gd name="connsiteY21" fmla="*/ 1582475 h 6130481"/>
                <a:gd name="connsiteX22" fmla="*/ 634628 w 5517522"/>
                <a:gd name="connsiteY22" fmla="*/ 1913907 h 6130481"/>
                <a:gd name="connsiteX23" fmla="*/ 117662 w 5517522"/>
                <a:gd name="connsiteY23" fmla="*/ 2453044 h 6130481"/>
                <a:gd name="connsiteX24" fmla="*/ 2515 w 5517522"/>
                <a:gd name="connsiteY24" fmla="*/ 2685494 h 6130481"/>
                <a:gd name="connsiteX25" fmla="*/ 0 w 5517522"/>
                <a:gd name="connsiteY25" fmla="*/ 2696965 h 6130481"/>
                <a:gd name="connsiteX26" fmla="*/ 0 w 5517522"/>
                <a:gd name="connsiteY26" fmla="*/ 1587383 h 6130481"/>
                <a:gd name="connsiteX27" fmla="*/ 76951 w 5517522"/>
                <a:gd name="connsiteY27" fmla="*/ 1513741 h 6130481"/>
                <a:gd name="connsiteX28" fmla="*/ 510118 w 5517522"/>
                <a:gd name="connsiteY28" fmla="*/ 1107273 h 6130481"/>
                <a:gd name="connsiteX29" fmla="*/ 2549095 w 5517522"/>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522" h="6130481">
                  <a:moveTo>
                    <a:pt x="2549095" y="0"/>
                  </a:moveTo>
                  <a:cubicBezTo>
                    <a:pt x="3508568" y="0"/>
                    <a:pt x="4219915" y="463445"/>
                    <a:pt x="4804175" y="1134258"/>
                  </a:cubicBezTo>
                  <a:cubicBezTo>
                    <a:pt x="5291694" y="1694109"/>
                    <a:pt x="5724011"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335329"/>
                  </a:lnTo>
                  <a:lnTo>
                    <a:pt x="17141" y="3448738"/>
                  </a:lnTo>
                  <a:cubicBezTo>
                    <a:pt x="50676" y="3613558"/>
                    <a:pt x="100867" y="3774516"/>
                    <a:pt x="167489" y="3930490"/>
                  </a:cubicBezTo>
                  <a:cubicBezTo>
                    <a:pt x="296255" y="4232138"/>
                    <a:pt x="480670" y="4502546"/>
                    <a:pt x="715471" y="4734212"/>
                  </a:cubicBezTo>
                  <a:cubicBezTo>
                    <a:pt x="1188993" y="5201464"/>
                    <a:pt x="1816250" y="5458772"/>
                    <a:pt x="2481689" y="5458772"/>
                  </a:cubicBezTo>
                  <a:cubicBezTo>
                    <a:pt x="3185758" y="5458772"/>
                    <a:pt x="3677755" y="5267191"/>
                    <a:pt x="4126644" y="4818302"/>
                  </a:cubicBezTo>
                  <a:cubicBezTo>
                    <a:pt x="4278363" y="4666583"/>
                    <a:pt x="4329982" y="4580701"/>
                    <a:pt x="4360437" y="4516766"/>
                  </a:cubicBezTo>
                  <a:cubicBezTo>
                    <a:pt x="4404890" y="4423495"/>
                    <a:pt x="4436577" y="4297417"/>
                    <a:pt x="4480357" y="4122855"/>
                  </a:cubicBezTo>
                  <a:cubicBezTo>
                    <a:pt x="4539030" y="3889285"/>
                    <a:pt x="4619425" y="3569275"/>
                    <a:pt x="4781557" y="3129791"/>
                  </a:cubicBezTo>
                  <a:cubicBezTo>
                    <a:pt x="4870238" y="2889503"/>
                    <a:pt x="4867103" y="2637010"/>
                    <a:pt x="4771928" y="2357869"/>
                  </a:cubicBezTo>
                  <a:cubicBezTo>
                    <a:pt x="4684815" y="2102465"/>
                    <a:pt x="4520779" y="1831945"/>
                    <a:pt x="4297510" y="1575533"/>
                  </a:cubicBezTo>
                  <a:cubicBezTo>
                    <a:pt x="4034492" y="1273549"/>
                    <a:pt x="3773266" y="1054983"/>
                    <a:pt x="3498715" y="907071"/>
                  </a:cubicBezTo>
                  <a:cubicBezTo>
                    <a:pt x="3204905" y="748745"/>
                    <a:pt x="2894187" y="671821"/>
                    <a:pt x="2549095" y="671821"/>
                  </a:cubicBezTo>
                  <a:cubicBezTo>
                    <a:pt x="1942553" y="671821"/>
                    <a:pt x="1518298" y="1049273"/>
                    <a:pt x="985319" y="1582475"/>
                  </a:cubicBezTo>
                  <a:cubicBezTo>
                    <a:pt x="865735" y="1702059"/>
                    <a:pt x="748278" y="1809774"/>
                    <a:pt x="634628" y="1913907"/>
                  </a:cubicBezTo>
                  <a:cubicBezTo>
                    <a:pt x="421325" y="2109407"/>
                    <a:pt x="237134" y="2278146"/>
                    <a:pt x="117662" y="2453044"/>
                  </a:cubicBezTo>
                  <a:cubicBezTo>
                    <a:pt x="64756" y="2530415"/>
                    <a:pt x="27022" y="2605799"/>
                    <a:pt x="2515" y="2685494"/>
                  </a:cubicBezTo>
                  <a:lnTo>
                    <a:pt x="0" y="2696965"/>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Freeform: Shape 44">
              <a:extLst>
                <a:ext uri="{FF2B5EF4-FFF2-40B4-BE49-F238E27FC236}">
                  <a16:creationId xmlns:a16="http://schemas.microsoft.com/office/drawing/2014/main" id="{0597887C-86E4-6AE6-0BD2-E6EA5FD2A4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176241"/>
              <a:ext cx="5517475" cy="6130481"/>
            </a:xfrm>
            <a:custGeom>
              <a:avLst/>
              <a:gdLst>
                <a:gd name="connsiteX0" fmla="*/ 2549095 w 5517475"/>
                <a:gd name="connsiteY0" fmla="*/ 0 h 6130481"/>
                <a:gd name="connsiteX1" fmla="*/ 4804175 w 5517475"/>
                <a:gd name="connsiteY1" fmla="*/ 1134258 h 6130481"/>
                <a:gd name="connsiteX2" fmla="*/ 5411838 w 5517475"/>
                <a:gd name="connsiteY2" fmla="*/ 3362353 h 6130481"/>
                <a:gd name="connsiteX3" fmla="*/ 4601621 w 5517475"/>
                <a:gd name="connsiteY3" fmla="*/ 5293280 h 6130481"/>
                <a:gd name="connsiteX4" fmla="*/ 2481577 w 5517475"/>
                <a:gd name="connsiteY4" fmla="*/ 6130481 h 6130481"/>
                <a:gd name="connsiteX5" fmla="*/ 243517 w 5517475"/>
                <a:gd name="connsiteY5" fmla="*/ 5212325 h 6130481"/>
                <a:gd name="connsiteX6" fmla="*/ 34587 w 5517475"/>
                <a:gd name="connsiteY6" fmla="*/ 4985345 h 6130481"/>
                <a:gd name="connsiteX7" fmla="*/ 0 w 5517475"/>
                <a:gd name="connsiteY7" fmla="*/ 4939620 h 6130481"/>
                <a:gd name="connsiteX8" fmla="*/ 0 w 5517475"/>
                <a:gd name="connsiteY8" fmla="*/ 3799573 h 6130481"/>
                <a:gd name="connsiteX9" fmla="*/ 64364 w 5517475"/>
                <a:gd name="connsiteY9" fmla="*/ 3974159 h 6130481"/>
                <a:gd name="connsiteX10" fmla="*/ 636644 w 5517475"/>
                <a:gd name="connsiteY10" fmla="*/ 4813600 h 6130481"/>
                <a:gd name="connsiteX11" fmla="*/ 2481577 w 5517475"/>
                <a:gd name="connsiteY11" fmla="*/ 5570406 h 6130481"/>
                <a:gd name="connsiteX12" fmla="*/ 3449896 w 5517475"/>
                <a:gd name="connsiteY12" fmla="*/ 5407153 h 6130481"/>
                <a:gd name="connsiteX13" fmla="*/ 4205695 w 5517475"/>
                <a:gd name="connsiteY13" fmla="*/ 4897241 h 6130481"/>
                <a:gd name="connsiteX14" fmla="*/ 4461434 w 5517475"/>
                <a:gd name="connsiteY14" fmla="*/ 4564802 h 6130481"/>
                <a:gd name="connsiteX15" fmla="*/ 4588969 w 5517475"/>
                <a:gd name="connsiteY15" fmla="*/ 4149952 h 6130481"/>
                <a:gd name="connsiteX16" fmla="*/ 4886585 w 5517475"/>
                <a:gd name="connsiteY16" fmla="*/ 3168421 h 6130481"/>
                <a:gd name="connsiteX17" fmla="*/ 4877964 w 5517475"/>
                <a:gd name="connsiteY17" fmla="*/ 2321590 h 6130481"/>
                <a:gd name="connsiteX18" fmla="*/ 4382048 w 5517475"/>
                <a:gd name="connsiteY18" fmla="*/ 1501856 h 6130481"/>
                <a:gd name="connsiteX19" fmla="*/ 3551900 w 5517475"/>
                <a:gd name="connsiteY19" fmla="*/ 808425 h 6130481"/>
                <a:gd name="connsiteX20" fmla="*/ 2549095 w 5517475"/>
                <a:gd name="connsiteY20" fmla="*/ 559851 h 6130481"/>
                <a:gd name="connsiteX21" fmla="*/ 1712566 w 5517475"/>
                <a:gd name="connsiteY21" fmla="*/ 812008 h 6130481"/>
                <a:gd name="connsiteX22" fmla="*/ 906044 w 5517475"/>
                <a:gd name="connsiteY22" fmla="*/ 1502976 h 6130481"/>
                <a:gd name="connsiteX23" fmla="*/ 558825 w 5517475"/>
                <a:gd name="connsiteY23" fmla="*/ 1831049 h 6130481"/>
                <a:gd name="connsiteX24" fmla="*/ 25063 w 5517475"/>
                <a:gd name="connsiteY24" fmla="*/ 2389556 h 6130481"/>
                <a:gd name="connsiteX25" fmla="*/ 0 w 5517475"/>
                <a:gd name="connsiteY25" fmla="*/ 2432109 h 6130481"/>
                <a:gd name="connsiteX26" fmla="*/ 0 w 5517475"/>
                <a:gd name="connsiteY26" fmla="*/ 1587383 h 6130481"/>
                <a:gd name="connsiteX27" fmla="*/ 76951 w 5517475"/>
                <a:gd name="connsiteY27" fmla="*/ 1513741 h 6130481"/>
                <a:gd name="connsiteX28" fmla="*/ 510118 w 5517475"/>
                <a:gd name="connsiteY28" fmla="*/ 1107273 h 6130481"/>
                <a:gd name="connsiteX29" fmla="*/ 2549095 w 5517475"/>
                <a:gd name="connsiteY29" fmla="*/ 0 h 6130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517475" h="6130481">
                  <a:moveTo>
                    <a:pt x="2549095" y="0"/>
                  </a:moveTo>
                  <a:cubicBezTo>
                    <a:pt x="3508568" y="0"/>
                    <a:pt x="4219915" y="463445"/>
                    <a:pt x="4804175" y="1134258"/>
                  </a:cubicBezTo>
                  <a:cubicBezTo>
                    <a:pt x="5291694" y="1694109"/>
                    <a:pt x="5723899" y="2516643"/>
                    <a:pt x="5411838" y="3362353"/>
                  </a:cubicBezTo>
                  <a:cubicBezTo>
                    <a:pt x="4993181" y="4496612"/>
                    <a:pt x="5178268" y="4716633"/>
                    <a:pt x="4601621" y="5293280"/>
                  </a:cubicBezTo>
                  <a:cubicBezTo>
                    <a:pt x="4024863" y="5869926"/>
                    <a:pt x="3361551" y="6130481"/>
                    <a:pt x="2481577" y="6130481"/>
                  </a:cubicBezTo>
                  <a:cubicBezTo>
                    <a:pt x="1609329" y="6130481"/>
                    <a:pt x="818932" y="5780127"/>
                    <a:pt x="243517" y="5212325"/>
                  </a:cubicBezTo>
                  <a:cubicBezTo>
                    <a:pt x="170302" y="5140091"/>
                    <a:pt x="100568" y="5064339"/>
                    <a:pt x="34587" y="4985345"/>
                  </a:cubicBezTo>
                  <a:lnTo>
                    <a:pt x="0" y="4939620"/>
                  </a:lnTo>
                  <a:lnTo>
                    <a:pt x="0" y="3799573"/>
                  </a:lnTo>
                  <a:lnTo>
                    <a:pt x="64364" y="3974159"/>
                  </a:lnTo>
                  <a:cubicBezTo>
                    <a:pt x="198841" y="4289243"/>
                    <a:pt x="391429" y="4571632"/>
                    <a:pt x="636644" y="4813600"/>
                  </a:cubicBezTo>
                  <a:cubicBezTo>
                    <a:pt x="1131328" y="5301566"/>
                    <a:pt x="1786578" y="5570406"/>
                    <a:pt x="2481577" y="5570406"/>
                  </a:cubicBezTo>
                  <a:cubicBezTo>
                    <a:pt x="2854550" y="5570406"/>
                    <a:pt x="3171314" y="5516996"/>
                    <a:pt x="3449896" y="5407153"/>
                  </a:cubicBezTo>
                  <a:cubicBezTo>
                    <a:pt x="3723103" y="5299438"/>
                    <a:pt x="3970333" y="5132603"/>
                    <a:pt x="4205695" y="4897241"/>
                  </a:cubicBezTo>
                  <a:cubicBezTo>
                    <a:pt x="4369395" y="4733653"/>
                    <a:pt x="4426836" y="4637358"/>
                    <a:pt x="4461434" y="4564802"/>
                  </a:cubicBezTo>
                  <a:cubicBezTo>
                    <a:pt x="4510701" y="4461453"/>
                    <a:pt x="4543509" y="4330784"/>
                    <a:pt x="4588969" y="4149952"/>
                  </a:cubicBezTo>
                  <a:cubicBezTo>
                    <a:pt x="4646969" y="3918846"/>
                    <a:pt x="4726468" y="3602194"/>
                    <a:pt x="4886585" y="3168421"/>
                  </a:cubicBezTo>
                  <a:cubicBezTo>
                    <a:pt x="4984560" y="2902940"/>
                    <a:pt x="4981760" y="2626037"/>
                    <a:pt x="4877964" y="2321590"/>
                  </a:cubicBezTo>
                  <a:cubicBezTo>
                    <a:pt x="4786260" y="2052526"/>
                    <a:pt x="4614834" y="1769129"/>
                    <a:pt x="4382048" y="1501856"/>
                  </a:cubicBezTo>
                  <a:cubicBezTo>
                    <a:pt x="4110072" y="1189683"/>
                    <a:pt x="3838544" y="962832"/>
                    <a:pt x="3551900" y="808425"/>
                  </a:cubicBezTo>
                  <a:cubicBezTo>
                    <a:pt x="3241183" y="641141"/>
                    <a:pt x="2913222" y="559851"/>
                    <a:pt x="2549095" y="559851"/>
                  </a:cubicBezTo>
                  <a:cubicBezTo>
                    <a:pt x="2253830" y="559851"/>
                    <a:pt x="1988013" y="640134"/>
                    <a:pt x="1712566" y="812008"/>
                  </a:cubicBezTo>
                  <a:cubicBezTo>
                    <a:pt x="1428385" y="989593"/>
                    <a:pt x="1158313" y="1250707"/>
                    <a:pt x="906044" y="1502976"/>
                  </a:cubicBezTo>
                  <a:cubicBezTo>
                    <a:pt x="788140" y="1620769"/>
                    <a:pt x="671579" y="1727700"/>
                    <a:pt x="558825" y="1831049"/>
                  </a:cubicBezTo>
                  <a:cubicBezTo>
                    <a:pt x="340371" y="2031140"/>
                    <a:pt x="151813" y="2204022"/>
                    <a:pt x="25063" y="2389556"/>
                  </a:cubicBezTo>
                  <a:lnTo>
                    <a:pt x="0" y="2432109"/>
                  </a:lnTo>
                  <a:lnTo>
                    <a:pt x="0" y="1587383"/>
                  </a:lnTo>
                  <a:lnTo>
                    <a:pt x="76951" y="1513741"/>
                  </a:lnTo>
                  <a:cubicBezTo>
                    <a:pt x="217918" y="1383294"/>
                    <a:pt x="365956" y="1251435"/>
                    <a:pt x="510118" y="1107273"/>
                  </a:cubicBezTo>
                  <a:cubicBezTo>
                    <a:pt x="1086764" y="530627"/>
                    <a:pt x="1669121" y="0"/>
                    <a:pt x="25490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5" name="Freeform: Shape 45">
              <a:extLst>
                <a:ext uri="{FF2B5EF4-FFF2-40B4-BE49-F238E27FC236}">
                  <a16:creationId xmlns:a16="http://schemas.microsoft.com/office/drawing/2014/main" id="{0DFB6E2A-8709-596D-BD32-43176D944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0"/>
              <a:ext cx="5646974" cy="6483075"/>
            </a:xfrm>
            <a:custGeom>
              <a:avLst/>
              <a:gdLst>
                <a:gd name="connsiteX0" fmla="*/ 2405773 w 5646974"/>
                <a:gd name="connsiteY0" fmla="*/ 0 h 6483075"/>
                <a:gd name="connsiteX1" fmla="*/ 5646974 w 5646974"/>
                <a:gd name="connsiteY1" fmla="*/ 3241538 h 6483075"/>
                <a:gd name="connsiteX2" fmla="*/ 2405773 w 5646974"/>
                <a:gd name="connsiteY2" fmla="*/ 6483075 h 6483075"/>
                <a:gd name="connsiteX3" fmla="*/ 113897 w 5646974"/>
                <a:gd name="connsiteY3" fmla="*/ 5533666 h 6483075"/>
                <a:gd name="connsiteX4" fmla="*/ 0 w 5646974"/>
                <a:gd name="connsiteY4" fmla="*/ 5408336 h 6483075"/>
                <a:gd name="connsiteX5" fmla="*/ 0 w 5646974"/>
                <a:gd name="connsiteY5" fmla="*/ 4983659 h 6483075"/>
                <a:gd name="connsiteX6" fmla="*/ 155731 w 5646974"/>
                <a:gd name="connsiteY6" fmla="*/ 5176047 h 6483075"/>
                <a:gd name="connsiteX7" fmla="*/ 1093706 w 5646974"/>
                <a:gd name="connsiteY7" fmla="*/ 5866903 h 6483075"/>
                <a:gd name="connsiteX8" fmla="*/ 1639673 w 5646974"/>
                <a:gd name="connsiteY8" fmla="*/ 6059940 h 6483075"/>
                <a:gd name="connsiteX9" fmla="*/ 1709990 w 5646974"/>
                <a:gd name="connsiteY9" fmla="*/ 6076287 h 6483075"/>
                <a:gd name="connsiteX10" fmla="*/ 1780307 w 5646974"/>
                <a:gd name="connsiteY10" fmla="*/ 6091963 h 6483075"/>
                <a:gd name="connsiteX11" fmla="*/ 1851072 w 5646974"/>
                <a:gd name="connsiteY11" fmla="*/ 6105176 h 6483075"/>
                <a:gd name="connsiteX12" fmla="*/ 1886455 w 5646974"/>
                <a:gd name="connsiteY12" fmla="*/ 6111782 h 6483075"/>
                <a:gd name="connsiteX13" fmla="*/ 1921949 w 5646974"/>
                <a:gd name="connsiteY13" fmla="*/ 6117716 h 6483075"/>
                <a:gd name="connsiteX14" fmla="*/ 2064152 w 5646974"/>
                <a:gd name="connsiteY14" fmla="*/ 6137647 h 6483075"/>
                <a:gd name="connsiteX15" fmla="*/ 2206914 w 5646974"/>
                <a:gd name="connsiteY15" fmla="*/ 6151195 h 6483075"/>
                <a:gd name="connsiteX16" fmla="*/ 2350011 w 5646974"/>
                <a:gd name="connsiteY16" fmla="*/ 6158250 h 6483075"/>
                <a:gd name="connsiteX17" fmla="*/ 2493109 w 5646974"/>
                <a:gd name="connsiteY17" fmla="*/ 6159705 h 6483075"/>
                <a:gd name="connsiteX18" fmla="*/ 2781321 w 5646974"/>
                <a:gd name="connsiteY18" fmla="*/ 6147277 h 6483075"/>
                <a:gd name="connsiteX19" fmla="*/ 3345091 w 5646974"/>
                <a:gd name="connsiteY19" fmla="*/ 6060276 h 6483075"/>
                <a:gd name="connsiteX20" fmla="*/ 3878853 w 5646974"/>
                <a:gd name="connsiteY20" fmla="*/ 5871718 h 6483075"/>
                <a:gd name="connsiteX21" fmla="*/ 4367267 w 5646974"/>
                <a:gd name="connsiteY21" fmla="*/ 5573093 h 6483075"/>
                <a:gd name="connsiteX22" fmla="*/ 4424484 w 5646974"/>
                <a:gd name="connsiteY22" fmla="*/ 5528529 h 6483075"/>
                <a:gd name="connsiteX23" fmla="*/ 4481252 w 5646974"/>
                <a:gd name="connsiteY23" fmla="*/ 5483069 h 6483075"/>
                <a:gd name="connsiteX24" fmla="*/ 4536790 w 5646974"/>
                <a:gd name="connsiteY24" fmla="*/ 5435818 h 6483075"/>
                <a:gd name="connsiteX25" fmla="*/ 4591543 w 5646974"/>
                <a:gd name="connsiteY25" fmla="*/ 5387671 h 6483075"/>
                <a:gd name="connsiteX26" fmla="*/ 4794209 w 5646974"/>
                <a:gd name="connsiteY26" fmla="*/ 5181198 h 6483075"/>
                <a:gd name="connsiteX27" fmla="*/ 4956678 w 5646974"/>
                <a:gd name="connsiteY27" fmla="*/ 4945836 h 6483075"/>
                <a:gd name="connsiteX28" fmla="*/ 4989262 w 5646974"/>
                <a:gd name="connsiteY28" fmla="*/ 4881453 h 6483075"/>
                <a:gd name="connsiteX29" fmla="*/ 5017814 w 5646974"/>
                <a:gd name="connsiteY29" fmla="*/ 4814607 h 6483075"/>
                <a:gd name="connsiteX30" fmla="*/ 5044127 w 5646974"/>
                <a:gd name="connsiteY30" fmla="*/ 4746193 h 6483075"/>
                <a:gd name="connsiteX31" fmla="*/ 5068425 w 5646974"/>
                <a:gd name="connsiteY31" fmla="*/ 4676436 h 6483075"/>
                <a:gd name="connsiteX32" fmla="*/ 5154641 w 5646974"/>
                <a:gd name="connsiteY32" fmla="*/ 4390352 h 6483075"/>
                <a:gd name="connsiteX33" fmla="*/ 5196854 w 5646974"/>
                <a:gd name="connsiteY33" fmla="*/ 4246134 h 6483075"/>
                <a:gd name="connsiteX34" fmla="*/ 5240299 w 5646974"/>
                <a:gd name="connsiteY34" fmla="*/ 4102140 h 6483075"/>
                <a:gd name="connsiteX35" fmla="*/ 5432440 w 5646974"/>
                <a:gd name="connsiteY35" fmla="*/ 3532884 h 6483075"/>
                <a:gd name="connsiteX36" fmla="*/ 5528846 w 5646974"/>
                <a:gd name="connsiteY36" fmla="*/ 2951647 h 6483075"/>
                <a:gd name="connsiteX37" fmla="*/ 5495927 w 5646974"/>
                <a:gd name="connsiteY37" fmla="*/ 2658733 h 6483075"/>
                <a:gd name="connsiteX38" fmla="*/ 5480027 w 5646974"/>
                <a:gd name="connsiteY38" fmla="*/ 2586848 h 6483075"/>
                <a:gd name="connsiteX39" fmla="*/ 5461328 w 5646974"/>
                <a:gd name="connsiteY39" fmla="*/ 2515635 h 6483075"/>
                <a:gd name="connsiteX40" fmla="*/ 5439605 w 5646974"/>
                <a:gd name="connsiteY40" fmla="*/ 2445317 h 6483075"/>
                <a:gd name="connsiteX41" fmla="*/ 5415532 w 5646974"/>
                <a:gd name="connsiteY41" fmla="*/ 2375896 h 6483075"/>
                <a:gd name="connsiteX42" fmla="*/ 5144564 w 5646974"/>
                <a:gd name="connsiteY42" fmla="*/ 1857138 h 6483075"/>
                <a:gd name="connsiteX43" fmla="*/ 4774838 w 5646974"/>
                <a:gd name="connsiteY43" fmla="*/ 1405450 h 6483075"/>
                <a:gd name="connsiteX44" fmla="*/ 4345769 w 5646974"/>
                <a:gd name="connsiteY44" fmla="*/ 1012323 h 6483075"/>
                <a:gd name="connsiteX45" fmla="*/ 4115334 w 5646974"/>
                <a:gd name="connsiteY45" fmla="*/ 841344 h 6483075"/>
                <a:gd name="connsiteX46" fmla="*/ 3874038 w 5646974"/>
                <a:gd name="connsiteY46" fmla="*/ 691528 h 6483075"/>
                <a:gd name="connsiteX47" fmla="*/ 3359535 w 5646974"/>
                <a:gd name="connsiteY47" fmla="*/ 468819 h 6483075"/>
                <a:gd name="connsiteX48" fmla="*/ 2811105 w 5646974"/>
                <a:gd name="connsiteY48" fmla="*/ 366031 h 6483075"/>
                <a:gd name="connsiteX49" fmla="*/ 2741124 w 5646974"/>
                <a:gd name="connsiteY49" fmla="*/ 361440 h 6483075"/>
                <a:gd name="connsiteX50" fmla="*/ 2671030 w 5646974"/>
                <a:gd name="connsiteY50" fmla="*/ 358417 h 6483075"/>
                <a:gd name="connsiteX51" fmla="*/ 2600713 w 5646974"/>
                <a:gd name="connsiteY51" fmla="*/ 357521 h 6483075"/>
                <a:gd name="connsiteX52" fmla="*/ 2531739 w 5646974"/>
                <a:gd name="connsiteY52" fmla="*/ 358529 h 6483075"/>
                <a:gd name="connsiteX53" fmla="*/ 2259988 w 5646974"/>
                <a:gd name="connsiteY53" fmla="*/ 385289 h 6483075"/>
                <a:gd name="connsiteX54" fmla="*/ 1740670 w 5646974"/>
                <a:gd name="connsiteY54" fmla="*/ 553917 h 6483075"/>
                <a:gd name="connsiteX55" fmla="*/ 1264124 w 5646974"/>
                <a:gd name="connsiteY55" fmla="*/ 853549 h 6483075"/>
                <a:gd name="connsiteX56" fmla="*/ 823074 w 5646974"/>
                <a:gd name="connsiteY56" fmla="*/ 1234136 h 6483075"/>
                <a:gd name="connsiteX57" fmla="*/ 715694 w 5646974"/>
                <a:gd name="connsiteY57" fmla="*/ 1336252 h 6483075"/>
                <a:gd name="connsiteX58" fmla="*/ 606859 w 5646974"/>
                <a:gd name="connsiteY58" fmla="*/ 1440945 h 6483075"/>
                <a:gd name="connsiteX59" fmla="*/ 382023 w 5646974"/>
                <a:gd name="connsiteY59" fmla="*/ 1646074 h 6483075"/>
                <a:gd name="connsiteX60" fmla="*/ 158531 w 5646974"/>
                <a:gd name="connsiteY60" fmla="*/ 1843813 h 6483075"/>
                <a:gd name="connsiteX61" fmla="*/ 0 w 5646974"/>
                <a:gd name="connsiteY61" fmla="*/ 1991775 h 6483075"/>
                <a:gd name="connsiteX62" fmla="*/ 0 w 5646974"/>
                <a:gd name="connsiteY62" fmla="*/ 1074740 h 6483075"/>
                <a:gd name="connsiteX63" fmla="*/ 113897 w 5646974"/>
                <a:gd name="connsiteY63" fmla="*/ 949410 h 6483075"/>
                <a:gd name="connsiteX64" fmla="*/ 2405773 w 5646974"/>
                <a:gd name="connsiteY64" fmla="*/ 0 h 648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646974" h="6483075">
                  <a:moveTo>
                    <a:pt x="2405773" y="0"/>
                  </a:moveTo>
                  <a:cubicBezTo>
                    <a:pt x="4195841" y="0"/>
                    <a:pt x="5646974" y="1451246"/>
                    <a:pt x="5646974" y="3241538"/>
                  </a:cubicBezTo>
                  <a:cubicBezTo>
                    <a:pt x="5646974" y="5031830"/>
                    <a:pt x="4195841" y="6483075"/>
                    <a:pt x="2405773" y="6483075"/>
                  </a:cubicBezTo>
                  <a:cubicBezTo>
                    <a:pt x="1510739" y="6483075"/>
                    <a:pt x="700439" y="6120264"/>
                    <a:pt x="113897" y="5533666"/>
                  </a:cubicBezTo>
                  <a:lnTo>
                    <a:pt x="0" y="5408336"/>
                  </a:lnTo>
                  <a:lnTo>
                    <a:pt x="0" y="4983659"/>
                  </a:lnTo>
                  <a:lnTo>
                    <a:pt x="155731" y="5176047"/>
                  </a:lnTo>
                  <a:cubicBezTo>
                    <a:pt x="417742" y="5469073"/>
                    <a:pt x="741224" y="5704211"/>
                    <a:pt x="1093706" y="5866903"/>
                  </a:cubicBezTo>
                  <a:cubicBezTo>
                    <a:pt x="1269947" y="5948418"/>
                    <a:pt x="1453018" y="6013137"/>
                    <a:pt x="1639673" y="6059940"/>
                  </a:cubicBezTo>
                  <a:lnTo>
                    <a:pt x="1709990" y="6076287"/>
                  </a:lnTo>
                  <a:cubicBezTo>
                    <a:pt x="1733504" y="6081550"/>
                    <a:pt x="1756570" y="6088156"/>
                    <a:pt x="1780307" y="6091963"/>
                  </a:cubicBezTo>
                  <a:lnTo>
                    <a:pt x="1851072" y="6105176"/>
                  </a:lnTo>
                  <a:lnTo>
                    <a:pt x="1886455" y="6111782"/>
                  </a:lnTo>
                  <a:cubicBezTo>
                    <a:pt x="1898212" y="6114021"/>
                    <a:pt x="1909969" y="6116373"/>
                    <a:pt x="1921949" y="6117716"/>
                  </a:cubicBezTo>
                  <a:cubicBezTo>
                    <a:pt x="1969425" y="6124323"/>
                    <a:pt x="2016676" y="6131489"/>
                    <a:pt x="2064152" y="6137647"/>
                  </a:cubicBezTo>
                  <a:cubicBezTo>
                    <a:pt x="2111851" y="6141790"/>
                    <a:pt x="2159438" y="6146381"/>
                    <a:pt x="2206914" y="6151195"/>
                  </a:cubicBezTo>
                  <a:lnTo>
                    <a:pt x="2350011" y="6158250"/>
                  </a:lnTo>
                  <a:cubicBezTo>
                    <a:pt x="2397711" y="6159593"/>
                    <a:pt x="2445410" y="6159146"/>
                    <a:pt x="2493109" y="6159705"/>
                  </a:cubicBezTo>
                  <a:cubicBezTo>
                    <a:pt x="2589068" y="6158137"/>
                    <a:pt x="2685922" y="6154666"/>
                    <a:pt x="2781321" y="6147277"/>
                  </a:cubicBezTo>
                  <a:cubicBezTo>
                    <a:pt x="2972566" y="6132944"/>
                    <a:pt x="3161348" y="6105288"/>
                    <a:pt x="3345091" y="6060276"/>
                  </a:cubicBezTo>
                  <a:cubicBezTo>
                    <a:pt x="3528834" y="6015375"/>
                    <a:pt x="3707539" y="5952785"/>
                    <a:pt x="3878853" y="5871718"/>
                  </a:cubicBezTo>
                  <a:cubicBezTo>
                    <a:pt x="4050167" y="5790428"/>
                    <a:pt x="4213084" y="5689318"/>
                    <a:pt x="4367267" y="5573093"/>
                  </a:cubicBezTo>
                  <a:lnTo>
                    <a:pt x="4424484" y="5528529"/>
                  </a:lnTo>
                  <a:cubicBezTo>
                    <a:pt x="4443631" y="5513637"/>
                    <a:pt x="4463113" y="5499193"/>
                    <a:pt x="4481252" y="5483069"/>
                  </a:cubicBezTo>
                  <a:lnTo>
                    <a:pt x="4536790" y="5435818"/>
                  </a:lnTo>
                  <a:cubicBezTo>
                    <a:pt x="4555265" y="5419918"/>
                    <a:pt x="4574188" y="5404466"/>
                    <a:pt x="4591543" y="5387671"/>
                  </a:cubicBezTo>
                  <a:cubicBezTo>
                    <a:pt x="4662980" y="5321944"/>
                    <a:pt x="4733074" y="5254650"/>
                    <a:pt x="4794209" y="5181198"/>
                  </a:cubicBezTo>
                  <a:cubicBezTo>
                    <a:pt x="4857808" y="5109089"/>
                    <a:pt x="4910434" y="5029926"/>
                    <a:pt x="4956678" y="4945836"/>
                  </a:cubicBezTo>
                  <a:cubicBezTo>
                    <a:pt x="4967651" y="4924450"/>
                    <a:pt x="4978624" y="4903064"/>
                    <a:pt x="4989262" y="4881453"/>
                  </a:cubicBezTo>
                  <a:lnTo>
                    <a:pt x="5017814" y="4814607"/>
                  </a:lnTo>
                  <a:cubicBezTo>
                    <a:pt x="5027891" y="4792549"/>
                    <a:pt x="5035393" y="4769035"/>
                    <a:pt x="5044127" y="4746193"/>
                  </a:cubicBezTo>
                  <a:cubicBezTo>
                    <a:pt x="5052636" y="4723128"/>
                    <a:pt x="5061146" y="4700174"/>
                    <a:pt x="5068425" y="4676436"/>
                  </a:cubicBezTo>
                  <a:cubicBezTo>
                    <a:pt x="5099552" y="4582717"/>
                    <a:pt x="5126985" y="4486422"/>
                    <a:pt x="5154641" y="4390352"/>
                  </a:cubicBezTo>
                  <a:lnTo>
                    <a:pt x="5196854" y="4246134"/>
                  </a:lnTo>
                  <a:lnTo>
                    <a:pt x="5240299" y="4102140"/>
                  </a:lnTo>
                  <a:cubicBezTo>
                    <a:pt x="5299195" y="3910560"/>
                    <a:pt x="5364697" y="3721330"/>
                    <a:pt x="5432440" y="3532884"/>
                  </a:cubicBezTo>
                  <a:cubicBezTo>
                    <a:pt x="5500294" y="3346902"/>
                    <a:pt x="5533549" y="3148714"/>
                    <a:pt x="5528846" y="2951647"/>
                  </a:cubicBezTo>
                  <a:cubicBezTo>
                    <a:pt x="5526831" y="2853113"/>
                    <a:pt x="5515409" y="2755027"/>
                    <a:pt x="5495927" y="2658733"/>
                  </a:cubicBezTo>
                  <a:cubicBezTo>
                    <a:pt x="5491112" y="2634659"/>
                    <a:pt x="5486297" y="2610585"/>
                    <a:pt x="5480027" y="2586848"/>
                  </a:cubicBezTo>
                  <a:cubicBezTo>
                    <a:pt x="5474205" y="2562998"/>
                    <a:pt x="5468718" y="2539036"/>
                    <a:pt x="5461328" y="2515635"/>
                  </a:cubicBezTo>
                  <a:cubicBezTo>
                    <a:pt x="5454386" y="2492009"/>
                    <a:pt x="5447668" y="2468495"/>
                    <a:pt x="5439605" y="2445317"/>
                  </a:cubicBezTo>
                  <a:cubicBezTo>
                    <a:pt x="5431879" y="2422028"/>
                    <a:pt x="5424378" y="2398738"/>
                    <a:pt x="5415532" y="2375896"/>
                  </a:cubicBezTo>
                  <a:cubicBezTo>
                    <a:pt x="5347790" y="2191817"/>
                    <a:pt x="5254071" y="2018599"/>
                    <a:pt x="5144564" y="1857138"/>
                  </a:cubicBezTo>
                  <a:cubicBezTo>
                    <a:pt x="5034946" y="1695565"/>
                    <a:pt x="4909762" y="1545301"/>
                    <a:pt x="4774838" y="1405450"/>
                  </a:cubicBezTo>
                  <a:cubicBezTo>
                    <a:pt x="4638907" y="1265040"/>
                    <a:pt x="4496145" y="1132131"/>
                    <a:pt x="4345769" y="1012323"/>
                  </a:cubicBezTo>
                  <a:cubicBezTo>
                    <a:pt x="4270749" y="952195"/>
                    <a:pt x="4194273" y="894642"/>
                    <a:pt x="4115334" y="841344"/>
                  </a:cubicBezTo>
                  <a:cubicBezTo>
                    <a:pt x="4037067" y="787263"/>
                    <a:pt x="3956336" y="737548"/>
                    <a:pt x="3874038" y="691528"/>
                  </a:cubicBezTo>
                  <a:cubicBezTo>
                    <a:pt x="3709554" y="599712"/>
                    <a:pt x="3537792" y="523349"/>
                    <a:pt x="3359535" y="468819"/>
                  </a:cubicBezTo>
                  <a:cubicBezTo>
                    <a:pt x="3181278" y="414514"/>
                    <a:pt x="2997311" y="380699"/>
                    <a:pt x="2811105" y="366031"/>
                  </a:cubicBezTo>
                  <a:cubicBezTo>
                    <a:pt x="2787703" y="364575"/>
                    <a:pt x="2764525" y="362448"/>
                    <a:pt x="2741124" y="361440"/>
                  </a:cubicBezTo>
                  <a:lnTo>
                    <a:pt x="2671030" y="358417"/>
                  </a:lnTo>
                  <a:lnTo>
                    <a:pt x="2600713" y="357521"/>
                  </a:lnTo>
                  <a:cubicBezTo>
                    <a:pt x="2577087" y="356961"/>
                    <a:pt x="2554805" y="358305"/>
                    <a:pt x="2531739" y="358529"/>
                  </a:cubicBezTo>
                  <a:cubicBezTo>
                    <a:pt x="2440259" y="360992"/>
                    <a:pt x="2349564" y="370285"/>
                    <a:pt x="2259988" y="385289"/>
                  </a:cubicBezTo>
                  <a:cubicBezTo>
                    <a:pt x="2080723" y="415521"/>
                    <a:pt x="1906945" y="473634"/>
                    <a:pt x="1740670" y="553917"/>
                  </a:cubicBezTo>
                  <a:cubicBezTo>
                    <a:pt x="1574506" y="634647"/>
                    <a:pt x="1415844" y="737100"/>
                    <a:pt x="1264124" y="853549"/>
                  </a:cubicBezTo>
                  <a:cubicBezTo>
                    <a:pt x="1112181" y="969886"/>
                    <a:pt x="966508" y="1099212"/>
                    <a:pt x="823074" y="1234136"/>
                  </a:cubicBezTo>
                  <a:cubicBezTo>
                    <a:pt x="787131" y="1267951"/>
                    <a:pt x="751413" y="1301990"/>
                    <a:pt x="715694" y="1336252"/>
                  </a:cubicBezTo>
                  <a:lnTo>
                    <a:pt x="606859" y="1440945"/>
                  </a:lnTo>
                  <a:cubicBezTo>
                    <a:pt x="532623" y="1511374"/>
                    <a:pt x="457267" y="1579452"/>
                    <a:pt x="382023" y="1646074"/>
                  </a:cubicBezTo>
                  <a:lnTo>
                    <a:pt x="158531" y="1843813"/>
                  </a:lnTo>
                  <a:lnTo>
                    <a:pt x="0" y="1991775"/>
                  </a:lnTo>
                  <a:lnTo>
                    <a:pt x="0" y="1074740"/>
                  </a:lnTo>
                  <a:lnTo>
                    <a:pt x="113897" y="949410"/>
                  </a:lnTo>
                  <a:cubicBezTo>
                    <a:pt x="700439" y="362812"/>
                    <a:pt x="1510739" y="0"/>
                    <a:pt x="2405773"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ytuł 1">
            <a:extLst>
              <a:ext uri="{FF2B5EF4-FFF2-40B4-BE49-F238E27FC236}">
                <a16:creationId xmlns:a16="http://schemas.microsoft.com/office/drawing/2014/main" id="{148B6C69-F485-1E0D-D69F-29695F048CF2}"/>
              </a:ext>
            </a:extLst>
          </p:cNvPr>
          <p:cNvSpPr>
            <a:spLocks noGrp="1"/>
          </p:cNvSpPr>
          <p:nvPr>
            <p:ph type="title"/>
          </p:nvPr>
        </p:nvSpPr>
        <p:spPr>
          <a:xfrm>
            <a:off x="804672" y="2023236"/>
            <a:ext cx="3659777" cy="2820908"/>
          </a:xfrm>
        </p:spPr>
        <p:txBody>
          <a:bodyPr>
            <a:normAutofit/>
          </a:bodyPr>
          <a:lstStyle/>
          <a:p>
            <a:r>
              <a:rPr lang="pl-PL" sz="3700" dirty="0">
                <a:solidFill>
                  <a:schemeClr val="tx2"/>
                </a:solidFill>
              </a:rPr>
              <a:t>Wnioski wynikające z testu jednostronnego dla grupy badanej oraz kontrolnej </a:t>
            </a:r>
          </a:p>
        </p:txBody>
      </p:sp>
      <p:graphicFrame>
        <p:nvGraphicFramePr>
          <p:cNvPr id="19" name="Symbol zastępczy zawartości 2">
            <a:extLst>
              <a:ext uri="{FF2B5EF4-FFF2-40B4-BE49-F238E27FC236}">
                <a16:creationId xmlns:a16="http://schemas.microsoft.com/office/drawing/2014/main" id="{6A0DDAFA-AE5B-949B-9885-8314F4467646}"/>
              </a:ext>
            </a:extLst>
          </p:cNvPr>
          <p:cNvGraphicFramePr>
            <a:graphicFrameLocks noGrp="1"/>
          </p:cNvGraphicFramePr>
          <p:nvPr>
            <p:ph idx="1"/>
          </p:nvPr>
        </p:nvGraphicFramePr>
        <p:xfrm>
          <a:off x="6091238" y="955653"/>
          <a:ext cx="5115491" cy="49478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310586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F0EC949-ADEB-2D36-966F-16FAEB398260}"/>
              </a:ext>
            </a:extLst>
          </p:cNvPr>
          <p:cNvSpPr>
            <a:spLocks noGrp="1"/>
          </p:cNvSpPr>
          <p:nvPr>
            <p:ph type="title"/>
          </p:nvPr>
        </p:nvSpPr>
        <p:spPr/>
        <p:txBody>
          <a:bodyPr/>
          <a:lstStyle/>
          <a:p>
            <a:r>
              <a:rPr lang="pl-PL" dirty="0"/>
              <a:t>Wnioski cd.</a:t>
            </a:r>
          </a:p>
        </p:txBody>
      </p:sp>
      <p:sp>
        <p:nvSpPr>
          <p:cNvPr id="3" name="Symbol zastępczy zawartości 2">
            <a:extLst>
              <a:ext uri="{FF2B5EF4-FFF2-40B4-BE49-F238E27FC236}">
                <a16:creationId xmlns:a16="http://schemas.microsoft.com/office/drawing/2014/main" id="{B4480FFB-2334-0E25-C7CE-0CF7C744B08A}"/>
              </a:ext>
            </a:extLst>
          </p:cNvPr>
          <p:cNvSpPr>
            <a:spLocks noGrp="1"/>
          </p:cNvSpPr>
          <p:nvPr>
            <p:ph idx="1"/>
          </p:nvPr>
        </p:nvSpPr>
        <p:spPr/>
        <p:txBody>
          <a:bodyPr/>
          <a:lstStyle/>
          <a:p>
            <a:r>
              <a:rPr lang="pl-PL" dirty="0"/>
              <a:t>Przeprowadzone testy istotności wykazały, że w przypadku wszystkich scenariuszy razem, scenariuszu LAS oraz MOST rozkłady parametrów chodu wyrażanych w [s] grupy badanej leżały istotnie niżej niż rozkłady cech grupy kontrolnej.</a:t>
            </a:r>
          </a:p>
          <a:p>
            <a:r>
              <a:rPr lang="pl-PL" dirty="0"/>
              <a:t>W przypadku TESTU STROOPA różnice między rozkładami większości parametrów grupy badanej oraz kontrolnej nie były statystycznie istotne. </a:t>
            </a:r>
          </a:p>
          <a:p>
            <a:r>
              <a:rPr lang="pl-PL" dirty="0"/>
              <a:t>Możemy wnioskować, że poprzez wprowadzenia dodatkowego obciążenia poznawczego, różnice między grupami zanikają.</a:t>
            </a:r>
          </a:p>
        </p:txBody>
      </p:sp>
    </p:spTree>
    <p:extLst>
      <p:ext uri="{BB962C8B-B14F-4D97-AF65-F5344CB8AC3E}">
        <p14:creationId xmlns:p14="http://schemas.microsoft.com/office/powerpoint/2010/main" val="6844642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65A17D7-1811-373A-9C93-297BD076E031}"/>
              </a:ext>
            </a:extLst>
          </p:cNvPr>
          <p:cNvSpPr>
            <a:spLocks noGrp="1"/>
          </p:cNvSpPr>
          <p:nvPr>
            <p:ph type="title"/>
          </p:nvPr>
        </p:nvSpPr>
        <p:spPr/>
        <p:txBody>
          <a:bodyPr/>
          <a:lstStyle/>
          <a:p>
            <a:r>
              <a:rPr lang="pl-PL" dirty="0"/>
              <a:t>Miara efektu – różnica </a:t>
            </a:r>
            <a:r>
              <a:rPr lang="pl-PL" b="1" dirty="0"/>
              <a:t>d</a:t>
            </a:r>
            <a:r>
              <a:rPr lang="pl-PL" dirty="0"/>
              <a:t> Cohena [4]</a:t>
            </a:r>
          </a:p>
        </p:txBody>
      </p:sp>
      <p:sp>
        <p:nvSpPr>
          <p:cNvPr id="3" name="Symbol zastępczy zawartości 2">
            <a:extLst>
              <a:ext uri="{FF2B5EF4-FFF2-40B4-BE49-F238E27FC236}">
                <a16:creationId xmlns:a16="http://schemas.microsoft.com/office/drawing/2014/main" id="{61F1A3BC-30A2-7CCB-93B4-5F110EEF6009}"/>
              </a:ext>
            </a:extLst>
          </p:cNvPr>
          <p:cNvSpPr>
            <a:spLocks noGrp="1"/>
          </p:cNvSpPr>
          <p:nvPr>
            <p:ph idx="1"/>
          </p:nvPr>
        </p:nvSpPr>
        <p:spPr/>
        <p:txBody>
          <a:bodyPr/>
          <a:lstStyle/>
          <a:p>
            <a:r>
              <a:rPr lang="pl-PL" dirty="0"/>
              <a:t>Miara statystyczna służąca do oceny siły związku lub wielkości różnicy między danymi grupami. Stanowi uzupełnienie do statystycznych testów istotności, które informują nas tylko czy różnica między grupami jest bądź nie jest istotna statystycznie.</a:t>
            </a:r>
          </a:p>
          <a:p>
            <a:r>
              <a:rPr lang="pl-PL" b="1" dirty="0"/>
              <a:t>d ≈ 0.2</a:t>
            </a:r>
            <a:r>
              <a:rPr lang="pl-PL" dirty="0"/>
              <a:t> - efekt słaby (niewielka różnica między grupami)</a:t>
            </a:r>
          </a:p>
          <a:p>
            <a:r>
              <a:rPr lang="pl-PL" b="1" dirty="0"/>
              <a:t>d ≈ 0.5</a:t>
            </a:r>
            <a:r>
              <a:rPr lang="pl-PL" dirty="0"/>
              <a:t> - efekt umiarkowany (umiarkowana różnica między grupami)</a:t>
            </a:r>
          </a:p>
          <a:p>
            <a:r>
              <a:rPr lang="pl-PL" b="1" dirty="0"/>
              <a:t>d ≈ 0.8</a:t>
            </a:r>
            <a:r>
              <a:rPr lang="pl-PL" dirty="0"/>
              <a:t> - efekt silny (istotna różnica między grupami).</a:t>
            </a:r>
          </a:p>
          <a:p>
            <a:endParaRPr lang="pl-PL" dirty="0"/>
          </a:p>
        </p:txBody>
      </p:sp>
    </p:spTree>
    <p:extLst>
      <p:ext uri="{BB962C8B-B14F-4D97-AF65-F5344CB8AC3E}">
        <p14:creationId xmlns:p14="http://schemas.microsoft.com/office/powerpoint/2010/main" val="20164733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ytuł 1">
            <a:extLst>
              <a:ext uri="{FF2B5EF4-FFF2-40B4-BE49-F238E27FC236}">
                <a16:creationId xmlns:a16="http://schemas.microsoft.com/office/drawing/2014/main" id="{027AD662-0B8D-AF52-48D0-AF9A483D7EE9}"/>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kern="1200">
                <a:solidFill>
                  <a:schemeClr val="tx1"/>
                </a:solidFill>
                <a:latin typeface="+mj-lt"/>
                <a:ea typeface="+mj-ea"/>
                <a:cs typeface="+mj-cs"/>
              </a:rPr>
              <a:t>Miara efektu – cd. [5]</a:t>
            </a:r>
          </a:p>
        </p:txBody>
      </p:sp>
      <p:pic>
        <p:nvPicPr>
          <p:cNvPr id="5" name="Symbol zastępczy zawartości 4">
            <a:extLst>
              <a:ext uri="{FF2B5EF4-FFF2-40B4-BE49-F238E27FC236}">
                <a16:creationId xmlns:a16="http://schemas.microsoft.com/office/drawing/2014/main" id="{57180696-BEED-92D5-3742-32C3CD2A22C4}"/>
              </a:ext>
            </a:extLst>
          </p:cNvPr>
          <p:cNvPicPr>
            <a:picLocks noGrp="1" noChangeAspect="1"/>
          </p:cNvPicPr>
          <p:nvPr>
            <p:ph idx="1"/>
          </p:nvPr>
        </p:nvPicPr>
        <p:blipFill>
          <a:blip r:embed="rId2"/>
          <a:stretch>
            <a:fillRect/>
          </a:stretch>
        </p:blipFill>
        <p:spPr>
          <a:xfrm>
            <a:off x="723900" y="2515199"/>
            <a:ext cx="10744200" cy="3626165"/>
          </a:xfrm>
          <a:prstGeom prst="rect">
            <a:avLst/>
          </a:prstGeom>
        </p:spPr>
      </p:pic>
    </p:spTree>
    <p:extLst>
      <p:ext uri="{BB962C8B-B14F-4D97-AF65-F5344CB8AC3E}">
        <p14:creationId xmlns:p14="http://schemas.microsoft.com/office/powerpoint/2010/main" val="9520484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az 4">
            <a:extLst>
              <a:ext uri="{FF2B5EF4-FFF2-40B4-BE49-F238E27FC236}">
                <a16:creationId xmlns:a16="http://schemas.microsoft.com/office/drawing/2014/main" id="{F4253198-5187-4AE1-F88B-A6495D14F218}"/>
              </a:ext>
            </a:extLst>
          </p:cNvPr>
          <p:cNvPicPr>
            <a:picLocks noChangeAspect="1"/>
          </p:cNvPicPr>
          <p:nvPr/>
        </p:nvPicPr>
        <p:blipFill>
          <a:blip r:embed="rId2"/>
          <a:stretch>
            <a:fillRect/>
          </a:stretch>
        </p:blipFill>
        <p:spPr>
          <a:xfrm>
            <a:off x="2042201" y="469316"/>
            <a:ext cx="3442222" cy="2791328"/>
          </a:xfrm>
          <a:prstGeom prst="rect">
            <a:avLst/>
          </a:prstGeom>
        </p:spPr>
      </p:pic>
      <p:pic>
        <p:nvPicPr>
          <p:cNvPr id="7" name="Obraz 6">
            <a:extLst>
              <a:ext uri="{FF2B5EF4-FFF2-40B4-BE49-F238E27FC236}">
                <a16:creationId xmlns:a16="http://schemas.microsoft.com/office/drawing/2014/main" id="{7FB44F34-FCC1-E1C5-2162-A6DAE944DD93}"/>
              </a:ext>
            </a:extLst>
          </p:cNvPr>
          <p:cNvPicPr>
            <a:picLocks noChangeAspect="1"/>
          </p:cNvPicPr>
          <p:nvPr/>
        </p:nvPicPr>
        <p:blipFill>
          <a:blip r:embed="rId3"/>
          <a:stretch>
            <a:fillRect/>
          </a:stretch>
        </p:blipFill>
        <p:spPr>
          <a:xfrm>
            <a:off x="6617473" y="445339"/>
            <a:ext cx="2677053" cy="2815305"/>
          </a:xfrm>
          <a:prstGeom prst="rect">
            <a:avLst/>
          </a:prstGeom>
        </p:spPr>
      </p:pic>
      <p:pic>
        <p:nvPicPr>
          <p:cNvPr id="9" name="Obraz 8">
            <a:extLst>
              <a:ext uri="{FF2B5EF4-FFF2-40B4-BE49-F238E27FC236}">
                <a16:creationId xmlns:a16="http://schemas.microsoft.com/office/drawing/2014/main" id="{D212C9FC-0489-B6D8-7FE3-FD8492128F47}"/>
              </a:ext>
            </a:extLst>
          </p:cNvPr>
          <p:cNvPicPr>
            <a:picLocks noChangeAspect="1"/>
          </p:cNvPicPr>
          <p:nvPr/>
        </p:nvPicPr>
        <p:blipFill>
          <a:blip r:embed="rId4"/>
          <a:stretch>
            <a:fillRect/>
          </a:stretch>
        </p:blipFill>
        <p:spPr>
          <a:xfrm>
            <a:off x="2042201" y="3753815"/>
            <a:ext cx="2872848" cy="2834714"/>
          </a:xfrm>
          <a:prstGeom prst="rect">
            <a:avLst/>
          </a:prstGeom>
        </p:spPr>
      </p:pic>
      <p:pic>
        <p:nvPicPr>
          <p:cNvPr id="11" name="Obraz 10">
            <a:extLst>
              <a:ext uri="{FF2B5EF4-FFF2-40B4-BE49-F238E27FC236}">
                <a16:creationId xmlns:a16="http://schemas.microsoft.com/office/drawing/2014/main" id="{857655CF-96B8-69F9-D52D-F4D0CA8C99E4}"/>
              </a:ext>
            </a:extLst>
          </p:cNvPr>
          <p:cNvPicPr>
            <a:picLocks noChangeAspect="1"/>
          </p:cNvPicPr>
          <p:nvPr/>
        </p:nvPicPr>
        <p:blipFill>
          <a:blip r:embed="rId5"/>
          <a:stretch>
            <a:fillRect/>
          </a:stretch>
        </p:blipFill>
        <p:spPr>
          <a:xfrm>
            <a:off x="6482718" y="3753815"/>
            <a:ext cx="3183071" cy="2815305"/>
          </a:xfrm>
          <a:prstGeom prst="rect">
            <a:avLst/>
          </a:prstGeom>
        </p:spPr>
      </p:pic>
    </p:spTree>
    <p:extLst>
      <p:ext uri="{BB962C8B-B14F-4D97-AF65-F5344CB8AC3E}">
        <p14:creationId xmlns:p14="http://schemas.microsoft.com/office/powerpoint/2010/main" val="16787658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1A22726-DA03-BCB0-F12E-98258FB7E5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B5724BD8-02F2-5CBB-733C-449CE127DE96}"/>
              </a:ext>
            </a:extLst>
          </p:cNvPr>
          <p:cNvSpPr>
            <a:spLocks noGrp="1"/>
          </p:cNvSpPr>
          <p:nvPr>
            <p:ph type="title"/>
          </p:nvPr>
        </p:nvSpPr>
        <p:spPr>
          <a:xfrm>
            <a:off x="1524000" y="548640"/>
            <a:ext cx="9160475" cy="1132258"/>
          </a:xfrm>
        </p:spPr>
        <p:txBody>
          <a:bodyPr anchor="ctr">
            <a:normAutofit/>
          </a:bodyPr>
          <a:lstStyle/>
          <a:p>
            <a:pPr algn="ctr"/>
            <a:r>
              <a:rPr lang="pl-PL" sz="3700" dirty="0"/>
              <a:t>Wnioski – potwierdzenie przypuszczeń z testów istotności</a:t>
            </a:r>
          </a:p>
        </p:txBody>
      </p:sp>
      <p:graphicFrame>
        <p:nvGraphicFramePr>
          <p:cNvPr id="11" name="Symbol zastępczy zawartości 2">
            <a:extLst>
              <a:ext uri="{FF2B5EF4-FFF2-40B4-BE49-F238E27FC236}">
                <a16:creationId xmlns:a16="http://schemas.microsoft.com/office/drawing/2014/main" id="{2304080C-753A-A56D-E528-3DA58B4633D2}"/>
              </a:ext>
            </a:extLst>
          </p:cNvPr>
          <p:cNvGraphicFramePr>
            <a:graphicFrameLocks noGrp="1"/>
          </p:cNvGraphicFramePr>
          <p:nvPr>
            <p:ph idx="1"/>
            <p:extLst>
              <p:ext uri="{D42A27DB-BD31-4B8C-83A1-F6EECF244321}">
                <p14:modId xmlns:p14="http://schemas.microsoft.com/office/powerpoint/2010/main" val="3533056420"/>
              </p:ext>
            </p:extLst>
          </p:nvPr>
        </p:nvGraphicFramePr>
        <p:xfrm>
          <a:off x="930876" y="2037806"/>
          <a:ext cx="10335350" cy="40664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071325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9226B12-2A2A-9C21-8034-7F84B8F4893E}"/>
              </a:ext>
            </a:extLst>
          </p:cNvPr>
          <p:cNvSpPr>
            <a:spLocks noGrp="1"/>
          </p:cNvSpPr>
          <p:nvPr>
            <p:ph type="title"/>
          </p:nvPr>
        </p:nvSpPr>
        <p:spPr/>
        <p:txBody>
          <a:bodyPr/>
          <a:lstStyle/>
          <a:p>
            <a:r>
              <a:rPr lang="pl-PL" dirty="0"/>
              <a:t>Korelacja cech w ramach grupy – korelacja Pearsona  [6]</a:t>
            </a:r>
          </a:p>
        </p:txBody>
      </p:sp>
      <p:sp>
        <p:nvSpPr>
          <p:cNvPr id="3" name="Symbol zastępczy zawartości 2">
            <a:extLst>
              <a:ext uri="{FF2B5EF4-FFF2-40B4-BE49-F238E27FC236}">
                <a16:creationId xmlns:a16="http://schemas.microsoft.com/office/drawing/2014/main" id="{AC27C511-BF14-3B47-93DF-8808193FC20A}"/>
              </a:ext>
            </a:extLst>
          </p:cNvPr>
          <p:cNvSpPr>
            <a:spLocks noGrp="1"/>
          </p:cNvSpPr>
          <p:nvPr>
            <p:ph idx="1"/>
          </p:nvPr>
        </p:nvSpPr>
        <p:spPr/>
        <p:txBody>
          <a:bodyPr/>
          <a:lstStyle/>
          <a:p>
            <a:r>
              <a:rPr lang="pl-PL" dirty="0"/>
              <a:t>Analiza korelacji pozwala stwierdzić czy i jak istotnie statystycznie dwie zmienne są ze sobą powiązane. Współczynnik </a:t>
            </a:r>
            <a:r>
              <a:rPr lang="pl-PL" b="1" dirty="0"/>
              <a:t>r</a:t>
            </a:r>
            <a:r>
              <a:rPr lang="pl-PL" dirty="0"/>
              <a:t> korelacji Pearsona służy do sprawdzenia czy zmienne są powiązane ze sobą związkiem liniowym.</a:t>
            </a:r>
          </a:p>
          <a:p>
            <a:r>
              <a:rPr lang="pl-PL" b="1" dirty="0"/>
              <a:t>[0, 0.3)</a:t>
            </a:r>
            <a:r>
              <a:rPr lang="pl-PL" dirty="0"/>
              <a:t> - słaba korelacja</a:t>
            </a:r>
          </a:p>
          <a:p>
            <a:r>
              <a:rPr lang="pl-PL" b="1" dirty="0"/>
              <a:t>[0.3, 0.5)</a:t>
            </a:r>
            <a:r>
              <a:rPr lang="pl-PL" dirty="0"/>
              <a:t> - korelacja umiarkowana</a:t>
            </a:r>
          </a:p>
          <a:p>
            <a:r>
              <a:rPr lang="pl-PL" b="1" dirty="0"/>
              <a:t>[0.5, 0.7)</a:t>
            </a:r>
            <a:r>
              <a:rPr lang="pl-PL" dirty="0"/>
              <a:t> - korelacja silna</a:t>
            </a:r>
          </a:p>
          <a:p>
            <a:r>
              <a:rPr lang="pl-PL" b="1" dirty="0"/>
              <a:t>[0.7, 1]</a:t>
            </a:r>
            <a:r>
              <a:rPr lang="pl-PL" dirty="0"/>
              <a:t> - korelacja bardzo silna</a:t>
            </a:r>
          </a:p>
          <a:p>
            <a:endParaRPr lang="pl-PL" dirty="0"/>
          </a:p>
        </p:txBody>
      </p:sp>
    </p:spTree>
    <p:extLst>
      <p:ext uri="{BB962C8B-B14F-4D97-AF65-F5344CB8AC3E}">
        <p14:creationId xmlns:p14="http://schemas.microsoft.com/office/powerpoint/2010/main" val="37322637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7A2CA63-CEEB-D4E0-41CE-CBA3B2077C31}"/>
              </a:ext>
            </a:extLst>
          </p:cNvPr>
          <p:cNvSpPr>
            <a:spLocks noGrp="1"/>
          </p:cNvSpPr>
          <p:nvPr>
            <p:ph type="title"/>
          </p:nvPr>
        </p:nvSpPr>
        <p:spPr/>
        <p:txBody>
          <a:bodyPr/>
          <a:lstStyle/>
          <a:p>
            <a:r>
              <a:rPr lang="pl-PL" dirty="0"/>
              <a:t>Reprezentacja współczynników korelacji w formie macierzy korelacji</a:t>
            </a:r>
          </a:p>
        </p:txBody>
      </p:sp>
      <p:pic>
        <p:nvPicPr>
          <p:cNvPr id="11" name="Obraz 10">
            <a:extLst>
              <a:ext uri="{FF2B5EF4-FFF2-40B4-BE49-F238E27FC236}">
                <a16:creationId xmlns:a16="http://schemas.microsoft.com/office/drawing/2014/main" id="{B131BAF9-F5D5-A8C9-93A0-43034110236E}"/>
              </a:ext>
            </a:extLst>
          </p:cNvPr>
          <p:cNvPicPr>
            <a:picLocks noChangeAspect="1"/>
          </p:cNvPicPr>
          <p:nvPr/>
        </p:nvPicPr>
        <p:blipFill>
          <a:blip r:embed="rId2"/>
          <a:stretch>
            <a:fillRect/>
          </a:stretch>
        </p:blipFill>
        <p:spPr>
          <a:xfrm>
            <a:off x="838200" y="2150485"/>
            <a:ext cx="4350736" cy="694794"/>
          </a:xfrm>
          <a:prstGeom prst="rect">
            <a:avLst/>
          </a:prstGeom>
        </p:spPr>
      </p:pic>
      <p:pic>
        <p:nvPicPr>
          <p:cNvPr id="17" name="Obraz 16">
            <a:extLst>
              <a:ext uri="{FF2B5EF4-FFF2-40B4-BE49-F238E27FC236}">
                <a16:creationId xmlns:a16="http://schemas.microsoft.com/office/drawing/2014/main" id="{C6F0DC4B-107D-8B66-A9E7-AF170641D339}"/>
              </a:ext>
            </a:extLst>
          </p:cNvPr>
          <p:cNvPicPr>
            <a:picLocks noChangeAspect="1"/>
          </p:cNvPicPr>
          <p:nvPr/>
        </p:nvPicPr>
        <p:blipFill>
          <a:blip r:embed="rId3"/>
          <a:stretch>
            <a:fillRect/>
          </a:stretch>
        </p:blipFill>
        <p:spPr>
          <a:xfrm>
            <a:off x="838199" y="3305076"/>
            <a:ext cx="7824095" cy="2306452"/>
          </a:xfrm>
          <a:prstGeom prst="rect">
            <a:avLst/>
          </a:prstGeom>
        </p:spPr>
      </p:pic>
    </p:spTree>
    <p:extLst>
      <p:ext uri="{BB962C8B-B14F-4D97-AF65-F5344CB8AC3E}">
        <p14:creationId xmlns:p14="http://schemas.microsoft.com/office/powerpoint/2010/main" val="1078602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11BE3FA7-0D70-4431-814F-D8C40576E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2" name="Obraz 21" descr="Obraz zawierający tekst, zrzut ekranu, Czcionka, statek wodny&#10;&#10;Zawartość wygenerowana przez AI może być niepoprawna.">
            <a:extLst>
              <a:ext uri="{FF2B5EF4-FFF2-40B4-BE49-F238E27FC236}">
                <a16:creationId xmlns:a16="http://schemas.microsoft.com/office/drawing/2014/main" id="{B60F8D58-D403-BD7A-3D0F-441404766059}"/>
              </a:ext>
            </a:extLst>
          </p:cNvPr>
          <p:cNvPicPr>
            <a:picLocks noChangeAspect="1"/>
          </p:cNvPicPr>
          <p:nvPr/>
        </p:nvPicPr>
        <p:blipFill>
          <a:blip r:embed="rId2">
            <a:extLst>
              <a:ext uri="{28A0092B-C50C-407E-A947-70E740481C1C}">
                <a14:useLocalDpi xmlns:a14="http://schemas.microsoft.com/office/drawing/2010/main" val="0"/>
              </a:ext>
            </a:extLst>
          </a:blip>
          <a:srcRect l="13403" r="3693" b="-1"/>
          <a:stretch>
            <a:fillRect/>
          </a:stretch>
        </p:blipFill>
        <p:spPr>
          <a:xfrm>
            <a:off x="321731" y="557189"/>
            <a:ext cx="5668684" cy="5743618"/>
          </a:xfrm>
          <a:prstGeom prst="rect">
            <a:avLst/>
          </a:prstGeom>
        </p:spPr>
      </p:pic>
      <p:pic>
        <p:nvPicPr>
          <p:cNvPr id="20" name="Obraz 19" descr="Obraz zawierający tekst, zrzut ekranu, Czcionka, statek wodny&#10;&#10;Zawartość wygenerowana przez AI może być niepoprawna.">
            <a:extLst>
              <a:ext uri="{FF2B5EF4-FFF2-40B4-BE49-F238E27FC236}">
                <a16:creationId xmlns:a16="http://schemas.microsoft.com/office/drawing/2014/main" id="{55A1F298-09A0-9D62-11CD-D15E975DA611}"/>
              </a:ext>
            </a:extLst>
          </p:cNvPr>
          <p:cNvPicPr>
            <a:picLocks noChangeAspect="1"/>
          </p:cNvPicPr>
          <p:nvPr/>
        </p:nvPicPr>
        <p:blipFill>
          <a:blip r:embed="rId3">
            <a:extLst>
              <a:ext uri="{28A0092B-C50C-407E-A947-70E740481C1C}">
                <a14:useLocalDpi xmlns:a14="http://schemas.microsoft.com/office/drawing/2010/main" val="0"/>
              </a:ext>
            </a:extLst>
          </a:blip>
          <a:srcRect l="14188" r="2817" b="-1"/>
          <a:stretch>
            <a:fillRect/>
          </a:stretch>
        </p:blipFill>
        <p:spPr>
          <a:xfrm>
            <a:off x="6195375" y="557189"/>
            <a:ext cx="5674893" cy="5743618"/>
          </a:xfrm>
          <a:prstGeom prst="rect">
            <a:avLst/>
          </a:prstGeom>
        </p:spPr>
      </p:pic>
    </p:spTree>
    <p:extLst>
      <p:ext uri="{BB962C8B-B14F-4D97-AF65-F5344CB8AC3E}">
        <p14:creationId xmlns:p14="http://schemas.microsoft.com/office/powerpoint/2010/main" val="29227817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1BE3FA7-0D70-4431-814F-D8C40576E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Obraz 8" descr="Obraz zawierający tekst, zrzut ekranu, Czcionka, statek wodny&#10;&#10;Zawartość wygenerowana przez AI może być niepoprawna.">
            <a:extLst>
              <a:ext uri="{FF2B5EF4-FFF2-40B4-BE49-F238E27FC236}">
                <a16:creationId xmlns:a16="http://schemas.microsoft.com/office/drawing/2014/main" id="{3ADA43F7-4D49-8083-A439-97BEA23C3DC6}"/>
              </a:ext>
            </a:extLst>
          </p:cNvPr>
          <p:cNvPicPr>
            <a:picLocks noChangeAspect="1"/>
          </p:cNvPicPr>
          <p:nvPr/>
        </p:nvPicPr>
        <p:blipFill>
          <a:blip r:embed="rId2">
            <a:extLst>
              <a:ext uri="{28A0092B-C50C-407E-A947-70E740481C1C}">
                <a14:useLocalDpi xmlns:a14="http://schemas.microsoft.com/office/drawing/2010/main" val="0"/>
              </a:ext>
            </a:extLst>
          </a:blip>
          <a:srcRect l="13755" r="3340" b="-1"/>
          <a:stretch>
            <a:fillRect/>
          </a:stretch>
        </p:blipFill>
        <p:spPr>
          <a:xfrm>
            <a:off x="321731" y="557189"/>
            <a:ext cx="5668684" cy="5743618"/>
          </a:xfrm>
          <a:prstGeom prst="rect">
            <a:avLst/>
          </a:prstGeom>
        </p:spPr>
      </p:pic>
      <p:pic>
        <p:nvPicPr>
          <p:cNvPr id="11" name="Obraz 10" descr="Obraz zawierający tekst, zrzut ekranu, Czcionka, statek wodny&#10;&#10;Zawartość wygenerowana przez AI może być niepoprawna.">
            <a:extLst>
              <a:ext uri="{FF2B5EF4-FFF2-40B4-BE49-F238E27FC236}">
                <a16:creationId xmlns:a16="http://schemas.microsoft.com/office/drawing/2014/main" id="{C8FA0C11-F968-A3A0-F005-BA8C0A7EC34B}"/>
              </a:ext>
            </a:extLst>
          </p:cNvPr>
          <p:cNvPicPr>
            <a:picLocks noChangeAspect="1"/>
          </p:cNvPicPr>
          <p:nvPr/>
        </p:nvPicPr>
        <p:blipFill>
          <a:blip r:embed="rId3">
            <a:extLst>
              <a:ext uri="{28A0092B-C50C-407E-A947-70E740481C1C}">
                <a14:useLocalDpi xmlns:a14="http://schemas.microsoft.com/office/drawing/2010/main" val="0"/>
              </a:ext>
            </a:extLst>
          </a:blip>
          <a:srcRect l="13894" r="3110" b="-1"/>
          <a:stretch>
            <a:fillRect/>
          </a:stretch>
        </p:blipFill>
        <p:spPr>
          <a:xfrm>
            <a:off x="6195375" y="557189"/>
            <a:ext cx="5674893" cy="5743618"/>
          </a:xfrm>
          <a:prstGeom prst="rect">
            <a:avLst/>
          </a:prstGeom>
        </p:spPr>
      </p:pic>
    </p:spTree>
    <p:extLst>
      <p:ext uri="{BB962C8B-B14F-4D97-AF65-F5344CB8AC3E}">
        <p14:creationId xmlns:p14="http://schemas.microsoft.com/office/powerpoint/2010/main" val="32760973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1BE3FA7-0D70-4431-814F-D8C40576E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Obraz 8" descr="Obraz zawierający tekst, zrzut ekranu, Czcionka&#10;&#10;Zawartość wygenerowana przez AI może być niepoprawna.">
            <a:extLst>
              <a:ext uri="{FF2B5EF4-FFF2-40B4-BE49-F238E27FC236}">
                <a16:creationId xmlns:a16="http://schemas.microsoft.com/office/drawing/2014/main" id="{8F394A4D-852A-69DB-0E62-2A7B215A120C}"/>
              </a:ext>
            </a:extLst>
          </p:cNvPr>
          <p:cNvPicPr>
            <a:picLocks noChangeAspect="1"/>
          </p:cNvPicPr>
          <p:nvPr/>
        </p:nvPicPr>
        <p:blipFill>
          <a:blip r:embed="rId2">
            <a:extLst>
              <a:ext uri="{28A0092B-C50C-407E-A947-70E740481C1C}">
                <a14:useLocalDpi xmlns:a14="http://schemas.microsoft.com/office/drawing/2010/main" val="0"/>
              </a:ext>
            </a:extLst>
          </a:blip>
          <a:srcRect l="14433" r="2663" b="-1"/>
          <a:stretch>
            <a:fillRect/>
          </a:stretch>
        </p:blipFill>
        <p:spPr>
          <a:xfrm>
            <a:off x="321731" y="557189"/>
            <a:ext cx="5668684" cy="5743618"/>
          </a:xfrm>
          <a:prstGeom prst="rect">
            <a:avLst/>
          </a:prstGeom>
        </p:spPr>
      </p:pic>
      <p:pic>
        <p:nvPicPr>
          <p:cNvPr id="11" name="Obraz 10" descr="Obraz zawierający tekst, zrzut ekranu, Czcionka, statek wodny&#10;&#10;Zawartość wygenerowana przez AI może być niepoprawna.">
            <a:extLst>
              <a:ext uri="{FF2B5EF4-FFF2-40B4-BE49-F238E27FC236}">
                <a16:creationId xmlns:a16="http://schemas.microsoft.com/office/drawing/2014/main" id="{33257D2E-424F-831E-2CDE-2EABF41FF6C6}"/>
              </a:ext>
            </a:extLst>
          </p:cNvPr>
          <p:cNvPicPr>
            <a:picLocks noChangeAspect="1"/>
          </p:cNvPicPr>
          <p:nvPr/>
        </p:nvPicPr>
        <p:blipFill>
          <a:blip r:embed="rId3">
            <a:extLst>
              <a:ext uri="{28A0092B-C50C-407E-A947-70E740481C1C}">
                <a14:useLocalDpi xmlns:a14="http://schemas.microsoft.com/office/drawing/2010/main" val="0"/>
              </a:ext>
            </a:extLst>
          </a:blip>
          <a:srcRect l="14261" r="2744" b="-1"/>
          <a:stretch>
            <a:fillRect/>
          </a:stretch>
        </p:blipFill>
        <p:spPr>
          <a:xfrm>
            <a:off x="6195375" y="557189"/>
            <a:ext cx="5674893" cy="5743618"/>
          </a:xfrm>
          <a:prstGeom prst="rect">
            <a:avLst/>
          </a:prstGeom>
        </p:spPr>
      </p:pic>
    </p:spTree>
    <p:extLst>
      <p:ext uri="{BB962C8B-B14F-4D97-AF65-F5344CB8AC3E}">
        <p14:creationId xmlns:p14="http://schemas.microsoft.com/office/powerpoint/2010/main" val="6202476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1BE3FA7-0D70-4431-814F-D8C40576E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Obraz 6" descr="Obraz zawierający tekst, zrzut ekranu, Czcionka, statek wodny&#10;&#10;Zawartość wygenerowana przez AI może być niepoprawna.">
            <a:extLst>
              <a:ext uri="{FF2B5EF4-FFF2-40B4-BE49-F238E27FC236}">
                <a16:creationId xmlns:a16="http://schemas.microsoft.com/office/drawing/2014/main" id="{7CFF0C4D-58EC-5193-D8C0-994ECB29D4C1}"/>
              </a:ext>
            </a:extLst>
          </p:cNvPr>
          <p:cNvPicPr>
            <a:picLocks noChangeAspect="1"/>
          </p:cNvPicPr>
          <p:nvPr/>
        </p:nvPicPr>
        <p:blipFill>
          <a:blip r:embed="rId2">
            <a:extLst>
              <a:ext uri="{28A0092B-C50C-407E-A947-70E740481C1C}">
                <a14:useLocalDpi xmlns:a14="http://schemas.microsoft.com/office/drawing/2010/main" val="0"/>
              </a:ext>
            </a:extLst>
          </a:blip>
          <a:srcRect l="11916" r="5180" b="-1"/>
          <a:stretch>
            <a:fillRect/>
          </a:stretch>
        </p:blipFill>
        <p:spPr>
          <a:xfrm>
            <a:off x="321731" y="557189"/>
            <a:ext cx="5668684" cy="5743618"/>
          </a:xfrm>
          <a:prstGeom prst="rect">
            <a:avLst/>
          </a:prstGeom>
        </p:spPr>
      </p:pic>
      <p:pic>
        <p:nvPicPr>
          <p:cNvPr id="5" name="Obraz 4" descr="Obraz zawierający tekst, zrzut ekranu, Czcionka, diagram&#10;&#10;Zawartość wygenerowana przez AI może być niepoprawna.">
            <a:extLst>
              <a:ext uri="{FF2B5EF4-FFF2-40B4-BE49-F238E27FC236}">
                <a16:creationId xmlns:a16="http://schemas.microsoft.com/office/drawing/2014/main" id="{08AD2900-A395-B35B-5045-B614EB091CE2}"/>
              </a:ext>
            </a:extLst>
          </p:cNvPr>
          <p:cNvPicPr>
            <a:picLocks noChangeAspect="1"/>
          </p:cNvPicPr>
          <p:nvPr/>
        </p:nvPicPr>
        <p:blipFill>
          <a:blip r:embed="rId3">
            <a:extLst>
              <a:ext uri="{28A0092B-C50C-407E-A947-70E740481C1C}">
                <a14:useLocalDpi xmlns:a14="http://schemas.microsoft.com/office/drawing/2010/main" val="0"/>
              </a:ext>
            </a:extLst>
          </a:blip>
          <a:srcRect l="13779" r="3226" b="-1"/>
          <a:stretch>
            <a:fillRect/>
          </a:stretch>
        </p:blipFill>
        <p:spPr>
          <a:xfrm>
            <a:off x="6195375" y="557189"/>
            <a:ext cx="5674893" cy="5743618"/>
          </a:xfrm>
          <a:prstGeom prst="rect">
            <a:avLst/>
          </a:prstGeom>
        </p:spPr>
      </p:pic>
    </p:spTree>
    <p:extLst>
      <p:ext uri="{BB962C8B-B14F-4D97-AF65-F5344CB8AC3E}">
        <p14:creationId xmlns:p14="http://schemas.microsoft.com/office/powerpoint/2010/main" val="5771638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783B1F1-B290-6FDC-D897-92C21A877452}"/>
              </a:ext>
            </a:extLst>
          </p:cNvPr>
          <p:cNvSpPr>
            <a:spLocks noGrp="1"/>
          </p:cNvSpPr>
          <p:nvPr>
            <p:ph type="title"/>
          </p:nvPr>
        </p:nvSpPr>
        <p:spPr/>
        <p:txBody>
          <a:bodyPr/>
          <a:lstStyle/>
          <a:p>
            <a:r>
              <a:rPr lang="pl-PL" dirty="0"/>
              <a:t>Wnioski</a:t>
            </a:r>
          </a:p>
        </p:txBody>
      </p:sp>
      <p:sp>
        <p:nvSpPr>
          <p:cNvPr id="3" name="Symbol zastępczy zawartości 2">
            <a:extLst>
              <a:ext uri="{FF2B5EF4-FFF2-40B4-BE49-F238E27FC236}">
                <a16:creationId xmlns:a16="http://schemas.microsoft.com/office/drawing/2014/main" id="{510FE626-C096-C8E1-5898-EB147998EECF}"/>
              </a:ext>
            </a:extLst>
          </p:cNvPr>
          <p:cNvSpPr>
            <a:spLocks noGrp="1"/>
          </p:cNvSpPr>
          <p:nvPr>
            <p:ph idx="1"/>
          </p:nvPr>
        </p:nvSpPr>
        <p:spPr/>
        <p:txBody>
          <a:bodyPr>
            <a:normAutofit lnSpcReduction="10000"/>
          </a:bodyPr>
          <a:lstStyle/>
          <a:p>
            <a:r>
              <a:rPr lang="pl-PL" dirty="0"/>
              <a:t>Na bazie macierzy korelacji dla wszystkich scenariuszy grupy badanej możemy dojść do wniosku, że długości cykli kroku obu nóg są bardzo silnie skorelowane z długościami faz podparcia, cyklami wykroku </a:t>
            </a:r>
          </a:p>
          <a:p>
            <a:r>
              <a:rPr lang="pl-PL" dirty="0"/>
              <a:t>Faza pojedynczego podparcia jest bardzo silnie skorelowana z długościami faz przeniesienia obu nóg, a faza podwójnego podparcia z długościami fazy podparcia obu nóg</a:t>
            </a:r>
          </a:p>
          <a:p>
            <a:r>
              <a:rPr lang="pl-PL" dirty="0"/>
              <a:t>Tempa kroku wykazują bardzo silne odwrotne korelacje z wszystkimi parametrami wyrażanymi w [s] – im bardziej rośnie tempo kroku, tym bardziej maleją długości poszczególnych faz chodu - najsilniej cykle kroku, wykroku oraz fazy podparcia</a:t>
            </a:r>
          </a:p>
        </p:txBody>
      </p:sp>
    </p:spTree>
    <p:extLst>
      <p:ext uri="{BB962C8B-B14F-4D97-AF65-F5344CB8AC3E}">
        <p14:creationId xmlns:p14="http://schemas.microsoft.com/office/powerpoint/2010/main" val="42473820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731C6CF-142A-280D-B8C0-122341BDF30D}"/>
              </a:ext>
            </a:extLst>
          </p:cNvPr>
          <p:cNvSpPr>
            <a:spLocks noGrp="1"/>
          </p:cNvSpPr>
          <p:nvPr>
            <p:ph type="title"/>
          </p:nvPr>
        </p:nvSpPr>
        <p:spPr/>
        <p:txBody>
          <a:bodyPr/>
          <a:lstStyle/>
          <a:p>
            <a:r>
              <a:rPr lang="pl-PL" dirty="0"/>
              <a:t>Wnioski  cd.</a:t>
            </a:r>
          </a:p>
        </p:txBody>
      </p:sp>
      <p:sp>
        <p:nvSpPr>
          <p:cNvPr id="3" name="Symbol zastępczy zawartości 2">
            <a:extLst>
              <a:ext uri="{FF2B5EF4-FFF2-40B4-BE49-F238E27FC236}">
                <a16:creationId xmlns:a16="http://schemas.microsoft.com/office/drawing/2014/main" id="{9C7C9986-70E9-B6CD-0AB8-1562D02073A8}"/>
              </a:ext>
            </a:extLst>
          </p:cNvPr>
          <p:cNvSpPr>
            <a:spLocks noGrp="1"/>
          </p:cNvSpPr>
          <p:nvPr>
            <p:ph idx="1"/>
          </p:nvPr>
        </p:nvSpPr>
        <p:spPr/>
        <p:txBody>
          <a:bodyPr/>
          <a:lstStyle/>
          <a:p>
            <a:r>
              <a:rPr lang="pl-PL" dirty="0"/>
              <a:t>W przypadku grupy kontrolnej, długość fazy podwójnego podparcia jest o wiele słabiej skorelowana z innymi parametrami chodu</a:t>
            </a:r>
          </a:p>
          <a:p>
            <a:endParaRPr lang="pl-PL" dirty="0"/>
          </a:p>
        </p:txBody>
      </p:sp>
    </p:spTree>
    <p:extLst>
      <p:ext uri="{BB962C8B-B14F-4D97-AF65-F5344CB8AC3E}">
        <p14:creationId xmlns:p14="http://schemas.microsoft.com/office/powerpoint/2010/main" val="19626237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170BF00-F74B-F89C-C31F-45029899326F}"/>
              </a:ext>
            </a:extLst>
          </p:cNvPr>
          <p:cNvSpPr>
            <a:spLocks noGrp="1"/>
          </p:cNvSpPr>
          <p:nvPr>
            <p:ph type="title"/>
          </p:nvPr>
        </p:nvSpPr>
        <p:spPr/>
        <p:txBody>
          <a:bodyPr/>
          <a:lstStyle/>
          <a:p>
            <a:r>
              <a:rPr lang="pl-PL"/>
              <a:t>Literatura</a:t>
            </a:r>
          </a:p>
        </p:txBody>
      </p:sp>
      <p:sp>
        <p:nvSpPr>
          <p:cNvPr id="3" name="Symbol zastępczy zawartości 2">
            <a:extLst>
              <a:ext uri="{FF2B5EF4-FFF2-40B4-BE49-F238E27FC236}">
                <a16:creationId xmlns:a16="http://schemas.microsoft.com/office/drawing/2014/main" id="{9A9998EE-6AEE-3D8B-A7B7-9C1CE2EEDA05}"/>
              </a:ext>
            </a:extLst>
          </p:cNvPr>
          <p:cNvSpPr>
            <a:spLocks noGrp="1"/>
          </p:cNvSpPr>
          <p:nvPr>
            <p:ph idx="1"/>
          </p:nvPr>
        </p:nvSpPr>
        <p:spPr/>
        <p:txBody>
          <a:bodyPr/>
          <a:lstStyle/>
          <a:p>
            <a:r>
              <a:rPr lang="pl-PL" dirty="0"/>
              <a:t>[1] – </a:t>
            </a:r>
            <a:r>
              <a:rPr lang="pl-PL" dirty="0">
                <a:hlinkClick r:id="rId2"/>
              </a:rPr>
              <a:t>https://www.youtube.com/watch?v=02I84i8Knas</a:t>
            </a:r>
            <a:endParaRPr lang="pl-PL" dirty="0"/>
          </a:p>
          <a:p>
            <a:r>
              <a:rPr lang="pl-PL" dirty="0"/>
              <a:t>[2] – </a:t>
            </a:r>
            <a:r>
              <a:rPr lang="pl-PL" dirty="0">
                <a:hlinkClick r:id="rId3"/>
              </a:rPr>
              <a:t>https://www.kaggle.com/discussions/general/419726</a:t>
            </a:r>
            <a:endParaRPr lang="pl-PL" dirty="0"/>
          </a:p>
          <a:p>
            <a:r>
              <a:rPr lang="pl-PL" dirty="0"/>
              <a:t>[3] – </a:t>
            </a:r>
            <a:r>
              <a:rPr lang="pl-PL" dirty="0">
                <a:hlinkClick r:id="rId3"/>
              </a:rPr>
              <a:t>https://pogotowiestatystyczne.pl/download/2023/04/2023-04-Test-Manna-Whitneya.pdf</a:t>
            </a:r>
            <a:endParaRPr lang="pl-PL" dirty="0"/>
          </a:p>
          <a:p>
            <a:r>
              <a:rPr lang="pl-PL" dirty="0"/>
              <a:t>[4] – </a:t>
            </a:r>
            <a:r>
              <a:rPr lang="pl-PL" dirty="0">
                <a:hlinkClick r:id="rId4"/>
              </a:rPr>
              <a:t>https://pogotowiestatystyczne.pl/wskazniki-sily-efektu/</a:t>
            </a:r>
            <a:endParaRPr lang="pl-PL" dirty="0"/>
          </a:p>
          <a:p>
            <a:r>
              <a:rPr lang="pl-PL" dirty="0"/>
              <a:t>[5] – </a:t>
            </a:r>
            <a:r>
              <a:rPr lang="pl-PL" dirty="0">
                <a:hlinkClick r:id="rId5"/>
              </a:rPr>
              <a:t>https://sztos-it.com/wzory_statystyczne_analiza_sily_efektu_d_cohena.html</a:t>
            </a:r>
            <a:endParaRPr lang="pl-PL" dirty="0"/>
          </a:p>
          <a:p>
            <a:r>
              <a:rPr lang="pl-PL" dirty="0"/>
              <a:t>[6] – </a:t>
            </a:r>
            <a:r>
              <a:rPr lang="pl-PL" dirty="0">
                <a:hlinkClick r:id="rId6"/>
              </a:rPr>
              <a:t>https://pogotowiestatystyczne.pl/slowniki/korelacja-pearsona/</a:t>
            </a:r>
            <a:endParaRPr lang="pl-PL" dirty="0"/>
          </a:p>
          <a:p>
            <a:endParaRPr lang="pl-PL" dirty="0"/>
          </a:p>
          <a:p>
            <a:endParaRPr lang="pl-PL" dirty="0"/>
          </a:p>
          <a:p>
            <a:pPr marL="0" indent="0">
              <a:buNone/>
            </a:pPr>
            <a:endParaRPr lang="pl-PL" dirty="0"/>
          </a:p>
        </p:txBody>
      </p:sp>
    </p:spTree>
    <p:extLst>
      <p:ext uri="{BB962C8B-B14F-4D97-AF65-F5344CB8AC3E}">
        <p14:creationId xmlns:p14="http://schemas.microsoft.com/office/powerpoint/2010/main" val="1347770323"/>
      </p:ext>
    </p:extLst>
  </p:cSld>
  <p:clrMapOvr>
    <a:masterClrMapping/>
  </p:clrMapOvr>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902F30E7195B9B47AF46F8BF31C46E94" ma:contentTypeVersion="10" ma:contentTypeDescription="Utwórz nowy dokument." ma:contentTypeScope="" ma:versionID="75489c01cbe981febe7b56681223d932">
  <xsd:schema xmlns:xsd="http://www.w3.org/2001/XMLSchema" xmlns:xs="http://www.w3.org/2001/XMLSchema" xmlns:p="http://schemas.microsoft.com/office/2006/metadata/properties" xmlns:ns3="237a183d-8b74-4a96-a9b3-72c3674fc4d7" targetNamespace="http://schemas.microsoft.com/office/2006/metadata/properties" ma:root="true" ma:fieldsID="46b4edb252bfb2eb70527c303b972ee4" ns3:_="">
    <xsd:import namespace="237a183d-8b74-4a96-a9b3-72c3674fc4d7"/>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SystemTags" minOccurs="0"/>
                <xsd:element ref="ns3:MediaServiceGenerationTime" minOccurs="0"/>
                <xsd:element ref="ns3:MediaServiceEventHashCode" minOccurs="0"/>
                <xsd:element ref="ns3:MediaServiceOCR"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37a183d-8b74-4a96-a9b3-72c3674fc4d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_activity" ma:index="17"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237a183d-8b74-4a96-a9b3-72c3674fc4d7" xsi:nil="true"/>
  </documentManagement>
</p:properties>
</file>

<file path=customXml/itemProps1.xml><?xml version="1.0" encoding="utf-8"?>
<ds:datastoreItem xmlns:ds="http://schemas.openxmlformats.org/officeDocument/2006/customXml" ds:itemID="{0B4A590E-265E-4964-9935-545E6C0C3B40}">
  <ds:schemaRefs>
    <ds:schemaRef ds:uri="237a183d-8b74-4a96-a9b3-72c3674fc4d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61ACAF2-F07D-4706-BC5C-6BA81A45AB21}">
  <ds:schemaRefs>
    <ds:schemaRef ds:uri="http://schemas.microsoft.com/sharepoint/v3/contenttype/forms"/>
  </ds:schemaRefs>
</ds:datastoreItem>
</file>

<file path=customXml/itemProps3.xml><?xml version="1.0" encoding="utf-8"?>
<ds:datastoreItem xmlns:ds="http://schemas.openxmlformats.org/officeDocument/2006/customXml" ds:itemID="{8C77747F-8F8B-4A50-A3D0-C827F6F37126}">
  <ds:schemaRefs>
    <ds:schemaRef ds:uri="237a183d-8b74-4a96-a9b3-72c3674fc4d7"/>
    <ds:schemaRef ds:uri="http://www.w3.org/XML/1998/namespace"/>
    <ds:schemaRef ds:uri="http://purl.org/dc/dcmitype/"/>
    <ds:schemaRef ds:uri="http://schemas.microsoft.com/office/2006/documentManagement/types"/>
    <ds:schemaRef ds:uri="http://purl.org/dc/terms/"/>
    <ds:schemaRef ds:uri="http://schemas.openxmlformats.org/package/2006/metadata/core-properties"/>
    <ds:schemaRef ds:uri="http://purl.org/dc/elements/1.1/"/>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197</TotalTime>
  <Words>1008</Words>
  <Application>Microsoft Office PowerPoint</Application>
  <PresentationFormat>Panoramiczny</PresentationFormat>
  <Paragraphs>113</Paragraphs>
  <Slides>52</Slides>
  <Notes>3</Notes>
  <HiddenSlides>0</HiddenSlides>
  <MMClips>0</MMClips>
  <ScaleCrop>false</ScaleCrop>
  <HeadingPairs>
    <vt:vector size="6" baseType="variant">
      <vt:variant>
        <vt:lpstr>Używane czcionki</vt:lpstr>
      </vt:variant>
      <vt:variant>
        <vt:i4>3</vt:i4>
      </vt:variant>
      <vt:variant>
        <vt:lpstr>Motyw</vt:lpstr>
      </vt:variant>
      <vt:variant>
        <vt:i4>1</vt:i4>
      </vt:variant>
      <vt:variant>
        <vt:lpstr>Tytuły slajdów</vt:lpstr>
      </vt:variant>
      <vt:variant>
        <vt:i4>52</vt:i4>
      </vt:variant>
    </vt:vector>
  </HeadingPairs>
  <TitlesOfParts>
    <vt:vector size="56" baseType="lpstr">
      <vt:lpstr>Aptos</vt:lpstr>
      <vt:lpstr>Aptos Display</vt:lpstr>
      <vt:lpstr>Arial</vt:lpstr>
      <vt:lpstr>Motyw pakietu Office</vt:lpstr>
      <vt:lpstr>ZAJĘCIA PROJEKTOWE  Z METOD STATYSTYCZNYCH</vt:lpstr>
      <vt:lpstr>Dalsza część realizacji projektu</vt:lpstr>
      <vt:lpstr>Czyszczenie danych – pozbycie się outlierów oraz wartości nieprawidłowych</vt:lpstr>
      <vt:lpstr>Zaktualizowane box-ploty po oczyszczeniu danych</vt:lpstr>
      <vt:lpstr>Problemy napotkane bez oczyszczenia danych</vt:lpstr>
      <vt:lpstr>Problemy napotkane bez oczyszczenia danych</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Formalne testy normalności - test Shapiro-Wilka </vt:lpstr>
      <vt:lpstr>Prezentacja programu PowerPoint</vt:lpstr>
      <vt:lpstr>Prezentacja programu PowerPoint</vt:lpstr>
      <vt:lpstr>Ostatnia deska ratunku – test Kołmogorowa - Smirnowa</vt:lpstr>
      <vt:lpstr>Prezentacja programu PowerPoint</vt:lpstr>
      <vt:lpstr>Prezentacja programu PowerPoint</vt:lpstr>
      <vt:lpstr>Zestawienie wyników testów normalności z QQ-plotami [1]</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Co z testem homogeniczności wariancji?</vt:lpstr>
      <vt:lpstr>Jaki test istotności wybrać?</vt:lpstr>
      <vt:lpstr>Nieparametryczny test Manna-Whitneya (test rang Wilcoxona) [2], [3]</vt:lpstr>
      <vt:lpstr>Wizualna ocena „wyższości” jednej z grup</vt:lpstr>
      <vt:lpstr>Wizualna ocena „wyższości” jednej z grup</vt:lpstr>
      <vt:lpstr>Test Manna-Whitneya – cd.</vt:lpstr>
      <vt:lpstr>Prezentacja programu PowerPoint</vt:lpstr>
      <vt:lpstr>Wnioski wynikające z testu dwustronnego dla grupy badanej oraz kontrolnej </vt:lpstr>
      <vt:lpstr>Jednostronny test Manna-Whitneya</vt:lpstr>
      <vt:lpstr>Prezentacja programu PowerPoint</vt:lpstr>
      <vt:lpstr>Wnioski wynikające z testu jednostronnego dla grupy badanej oraz kontrolnej </vt:lpstr>
      <vt:lpstr>Wnioski cd.</vt:lpstr>
      <vt:lpstr>Miara efektu – różnica d Cohena [4]</vt:lpstr>
      <vt:lpstr>Miara efektu – cd. [5]</vt:lpstr>
      <vt:lpstr>Prezentacja programu PowerPoint</vt:lpstr>
      <vt:lpstr>Wnioski – potwierdzenie przypuszczeń z testów istotności</vt:lpstr>
      <vt:lpstr>Korelacja cech w ramach grupy – korelacja Pearsona  [6]</vt:lpstr>
      <vt:lpstr>Reprezentacja współczynników korelacji w formie macierzy korelacji</vt:lpstr>
      <vt:lpstr>Prezentacja programu PowerPoint</vt:lpstr>
      <vt:lpstr>Prezentacja programu PowerPoint</vt:lpstr>
      <vt:lpstr>Prezentacja programu PowerPoint</vt:lpstr>
      <vt:lpstr>Prezentacja programu PowerPoint</vt:lpstr>
      <vt:lpstr>Wnioski</vt:lpstr>
      <vt:lpstr>Wnioski  cd.</vt:lpstr>
      <vt:lpstr>Literatura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Igor Kotlarz (ik311936)</dc:creator>
  <cp:lastModifiedBy>Igor Kotlarz (ik311936)</cp:lastModifiedBy>
  <cp:revision>5</cp:revision>
  <dcterms:created xsi:type="dcterms:W3CDTF">2025-05-26T17:02:38Z</dcterms:created>
  <dcterms:modified xsi:type="dcterms:W3CDTF">2025-06-16T15:09:09Z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0x010100902F30E7195B9B47AF46F8BF31C46E94</vt:lpwstr>
  </property>
</Properties>
</file>